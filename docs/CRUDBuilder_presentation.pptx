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59CDC7-43BD-481B-8E2C-ACB3EBAEE751}" v="1" dt="2026-05-11T16:01:08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e Cook" userId="0bf321af4922a22e" providerId="LiveId" clId="{E017BC05-3534-459D-9538-BE99AD254B3B}"/>
    <pc:docChg chg="undo custSel addSld delSld modSld">
      <pc:chgData name="Ace Cook" userId="0bf321af4922a22e" providerId="LiveId" clId="{E017BC05-3534-459D-9538-BE99AD254B3B}" dt="2026-05-11T16:01:12.598" v="1214" actId="20577"/>
      <pc:docMkLst>
        <pc:docMk/>
      </pc:docMkLst>
      <pc:sldChg chg="del">
        <pc:chgData name="Ace Cook" userId="0bf321af4922a22e" providerId="LiveId" clId="{E017BC05-3534-459D-9538-BE99AD254B3B}" dt="2026-05-10T15:47:56.345" v="318" actId="2696"/>
        <pc:sldMkLst>
          <pc:docMk/>
          <pc:sldMk cId="886079053" sldId="257"/>
        </pc:sldMkLst>
      </pc:sldChg>
      <pc:sldChg chg="addSp delSp modSp mod setBg">
        <pc:chgData name="Ace Cook" userId="0bf321af4922a22e" providerId="LiveId" clId="{E017BC05-3534-459D-9538-BE99AD254B3B}" dt="2026-05-11T16:01:12.598" v="1214" actId="20577"/>
        <pc:sldMkLst>
          <pc:docMk/>
          <pc:sldMk cId="944675023" sldId="258"/>
        </pc:sldMkLst>
        <pc:spChg chg="mod">
          <ac:chgData name="Ace Cook" userId="0bf321af4922a22e" providerId="LiveId" clId="{E017BC05-3534-459D-9538-BE99AD254B3B}" dt="2026-05-10T15:38:52.475" v="10" actId="26606"/>
          <ac:spMkLst>
            <pc:docMk/>
            <pc:sldMk cId="944675023" sldId="258"/>
            <ac:spMk id="2" creationId="{C2EFE2DB-B607-3FF5-7441-9ECBA53148B7}"/>
          </ac:spMkLst>
        </pc:spChg>
        <pc:spChg chg="del">
          <ac:chgData name="Ace Cook" userId="0bf321af4922a22e" providerId="LiveId" clId="{E017BC05-3534-459D-9538-BE99AD254B3B}" dt="2026-05-10T15:37:29.044" v="0" actId="22"/>
          <ac:spMkLst>
            <pc:docMk/>
            <pc:sldMk cId="944675023" sldId="258"/>
            <ac:spMk id="3" creationId="{047982F2-1A56-B483-C342-F06D168B5063}"/>
          </ac:spMkLst>
        </pc:spChg>
        <pc:spChg chg="mod">
          <ac:chgData name="Ace Cook" userId="0bf321af4922a22e" providerId="LiveId" clId="{E017BC05-3534-459D-9538-BE99AD254B3B}" dt="2026-05-11T16:01:12.598" v="1214" actId="20577"/>
          <ac:spMkLst>
            <pc:docMk/>
            <pc:sldMk cId="944675023" sldId="258"/>
            <ac:spMk id="4" creationId="{631DB12F-CCB4-353E-C884-24BCADCCAB70}"/>
          </ac:spMkLst>
        </pc:spChg>
        <pc:spChg chg="add del mod">
          <ac:chgData name="Ace Cook" userId="0bf321af4922a22e" providerId="LiveId" clId="{E017BC05-3534-459D-9538-BE99AD254B3B}" dt="2026-05-10T15:38:31.263" v="4" actId="931"/>
          <ac:spMkLst>
            <pc:docMk/>
            <pc:sldMk cId="944675023" sldId="258"/>
            <ac:spMk id="8" creationId="{9073DE98-DED1-FBA7-2B6E-59DD7608FE14}"/>
          </ac:spMkLst>
        </pc:spChg>
        <pc:spChg chg="add del mod">
          <ac:chgData name="Ace Cook" userId="0bf321af4922a22e" providerId="LiveId" clId="{E017BC05-3534-459D-9538-BE99AD254B3B}" dt="2026-05-10T15:38:42.392" v="7" actId="478"/>
          <ac:spMkLst>
            <pc:docMk/>
            <pc:sldMk cId="944675023" sldId="258"/>
            <ac:spMk id="12" creationId="{72459306-BA88-B8A0-40DB-0DD45E474C0C}"/>
          </ac:spMkLst>
        </pc:spChg>
        <pc:picChg chg="add del mod ord">
          <ac:chgData name="Ace Cook" userId="0bf321af4922a22e" providerId="LiveId" clId="{E017BC05-3534-459D-9538-BE99AD254B3B}" dt="2026-05-10T15:37:45.468" v="3" actId="478"/>
          <ac:picMkLst>
            <pc:docMk/>
            <pc:sldMk cId="944675023" sldId="258"/>
            <ac:picMk id="6" creationId="{2F980B60-9A6A-19EE-1806-8CDA11C87D1A}"/>
          </ac:picMkLst>
        </pc:picChg>
        <pc:picChg chg="add del mod ord">
          <ac:chgData name="Ace Cook" userId="0bf321af4922a22e" providerId="LiveId" clId="{E017BC05-3534-459D-9538-BE99AD254B3B}" dt="2026-05-10T15:38:37.023" v="6" actId="478"/>
          <ac:picMkLst>
            <pc:docMk/>
            <pc:sldMk cId="944675023" sldId="258"/>
            <ac:picMk id="10" creationId="{1B0A83D4-B8DD-7502-C268-9B8788326B5B}"/>
          </ac:picMkLst>
        </pc:picChg>
        <pc:picChg chg="add mod">
          <ac:chgData name="Ace Cook" userId="0bf321af4922a22e" providerId="LiveId" clId="{E017BC05-3534-459D-9538-BE99AD254B3B}" dt="2026-05-10T15:38:52.475" v="10" actId="26606"/>
          <ac:picMkLst>
            <pc:docMk/>
            <pc:sldMk cId="944675023" sldId="258"/>
            <ac:picMk id="14" creationId="{3BD11120-EAD8-92E9-E984-3B83AB2EB864}"/>
          </ac:picMkLst>
        </pc:picChg>
      </pc:sldChg>
      <pc:sldChg chg="addSp delSp modSp mod setBg">
        <pc:chgData name="Ace Cook" userId="0bf321af4922a22e" providerId="LiveId" clId="{E017BC05-3534-459D-9538-BE99AD254B3B}" dt="2026-05-10T15:47:42.877" v="317" actId="20577"/>
        <pc:sldMkLst>
          <pc:docMk/>
          <pc:sldMk cId="1640554192" sldId="259"/>
        </pc:sldMkLst>
        <pc:spChg chg="mod">
          <ac:chgData name="Ace Cook" userId="0bf321af4922a22e" providerId="LiveId" clId="{E017BC05-3534-459D-9538-BE99AD254B3B}" dt="2026-05-10T15:47:12.255" v="300" actId="26606"/>
          <ac:spMkLst>
            <pc:docMk/>
            <pc:sldMk cId="1640554192" sldId="259"/>
            <ac:spMk id="2" creationId="{5D841224-54A9-6659-D047-06350CC138F5}"/>
          </ac:spMkLst>
        </pc:spChg>
        <pc:spChg chg="del">
          <ac:chgData name="Ace Cook" userId="0bf321af4922a22e" providerId="LiveId" clId="{E017BC05-3534-459D-9538-BE99AD254B3B}" dt="2026-05-10T15:42:06.853" v="206" actId="478"/>
          <ac:spMkLst>
            <pc:docMk/>
            <pc:sldMk cId="1640554192" sldId="259"/>
            <ac:spMk id="3" creationId="{C011A1A1-9F16-260E-819E-EA30363911F2}"/>
          </ac:spMkLst>
        </pc:spChg>
        <pc:spChg chg="mod ord">
          <ac:chgData name="Ace Cook" userId="0bf321af4922a22e" providerId="LiveId" clId="{E017BC05-3534-459D-9538-BE99AD254B3B}" dt="2026-05-10T15:47:42.877" v="317" actId="20577"/>
          <ac:spMkLst>
            <pc:docMk/>
            <pc:sldMk cId="1640554192" sldId="259"/>
            <ac:spMk id="4" creationId="{CA7C498D-ECA8-2E4E-36E3-162C4D515FA6}"/>
          </ac:spMkLst>
        </pc:spChg>
        <pc:picChg chg="add mod">
          <ac:chgData name="Ace Cook" userId="0bf321af4922a22e" providerId="LiveId" clId="{E017BC05-3534-459D-9538-BE99AD254B3B}" dt="2026-05-10T15:47:16.386" v="301" actId="14100"/>
          <ac:picMkLst>
            <pc:docMk/>
            <pc:sldMk cId="1640554192" sldId="259"/>
            <ac:picMk id="6" creationId="{DC281E39-1FA6-7078-BDE8-F5EBBBCFD3AB}"/>
          </ac:picMkLst>
        </pc:picChg>
        <pc:picChg chg="add mod">
          <ac:chgData name="Ace Cook" userId="0bf321af4922a22e" providerId="LiveId" clId="{E017BC05-3534-459D-9538-BE99AD254B3B}" dt="2026-05-10T15:47:24.686" v="303" actId="1076"/>
          <ac:picMkLst>
            <pc:docMk/>
            <pc:sldMk cId="1640554192" sldId="259"/>
            <ac:picMk id="8" creationId="{EFAC38D3-FBFC-5A20-FC93-F85E3950BF02}"/>
          </ac:picMkLst>
        </pc:picChg>
      </pc:sldChg>
      <pc:sldChg chg="addSp delSp modSp mod setBg">
        <pc:chgData name="Ace Cook" userId="0bf321af4922a22e" providerId="LiveId" clId="{E017BC05-3534-459D-9538-BE99AD254B3B}" dt="2026-05-10T16:13:20.816" v="461" actId="5793"/>
        <pc:sldMkLst>
          <pc:docMk/>
          <pc:sldMk cId="804844431" sldId="260"/>
        </pc:sldMkLst>
        <pc:spChg chg="mod">
          <ac:chgData name="Ace Cook" userId="0bf321af4922a22e" providerId="LiveId" clId="{E017BC05-3534-459D-9538-BE99AD254B3B}" dt="2026-05-10T15:58:51.941" v="325" actId="26606"/>
          <ac:spMkLst>
            <pc:docMk/>
            <pc:sldMk cId="804844431" sldId="260"/>
            <ac:spMk id="2" creationId="{545AD468-40E8-8C53-47AC-B92FFBDB6552}"/>
          </ac:spMkLst>
        </pc:spChg>
        <pc:spChg chg="del">
          <ac:chgData name="Ace Cook" userId="0bf321af4922a22e" providerId="LiveId" clId="{E017BC05-3534-459D-9538-BE99AD254B3B}" dt="2026-05-10T15:58:27.047" v="319" actId="478"/>
          <ac:spMkLst>
            <pc:docMk/>
            <pc:sldMk cId="804844431" sldId="260"/>
            <ac:spMk id="3" creationId="{4C2977E4-4181-7AC2-EFED-3DE891661AAB}"/>
          </ac:spMkLst>
        </pc:spChg>
        <pc:spChg chg="mod ord">
          <ac:chgData name="Ace Cook" userId="0bf321af4922a22e" providerId="LiveId" clId="{E017BC05-3534-459D-9538-BE99AD254B3B}" dt="2026-05-10T16:13:20.816" v="461" actId="5793"/>
          <ac:spMkLst>
            <pc:docMk/>
            <pc:sldMk cId="804844431" sldId="260"/>
            <ac:spMk id="4" creationId="{BEA53EAB-DC5D-6BB5-704D-0855388C8DF8}"/>
          </ac:spMkLst>
        </pc:spChg>
        <pc:picChg chg="add mod ord">
          <ac:chgData name="Ace Cook" userId="0bf321af4922a22e" providerId="LiveId" clId="{E017BC05-3534-459D-9538-BE99AD254B3B}" dt="2026-05-10T15:58:51.941" v="325" actId="26606"/>
          <ac:picMkLst>
            <pc:docMk/>
            <pc:sldMk cId="804844431" sldId="260"/>
            <ac:picMk id="6" creationId="{6DF84914-4442-480B-C0B7-F891E3BCDBBB}"/>
          </ac:picMkLst>
        </pc:picChg>
        <pc:picChg chg="add mod">
          <ac:chgData name="Ace Cook" userId="0bf321af4922a22e" providerId="LiveId" clId="{E017BC05-3534-459D-9538-BE99AD254B3B}" dt="2026-05-10T15:58:51.941" v="325" actId="26606"/>
          <ac:picMkLst>
            <pc:docMk/>
            <pc:sldMk cId="804844431" sldId="260"/>
            <ac:picMk id="8" creationId="{0628F916-0F0C-FDAE-AACF-5452BAF67380}"/>
          </ac:picMkLst>
        </pc:picChg>
      </pc:sldChg>
      <pc:sldChg chg="addSp delSp modSp mod">
        <pc:chgData name="Ace Cook" userId="0bf321af4922a22e" providerId="LiveId" clId="{E017BC05-3534-459D-9538-BE99AD254B3B}" dt="2026-05-11T15:24:00.530" v="545" actId="1076"/>
        <pc:sldMkLst>
          <pc:docMk/>
          <pc:sldMk cId="844433502" sldId="261"/>
        </pc:sldMkLst>
        <pc:spChg chg="del">
          <ac:chgData name="Ace Cook" userId="0bf321af4922a22e" providerId="LiveId" clId="{E017BC05-3534-459D-9538-BE99AD254B3B}" dt="2026-05-11T15:20:55.564" v="462" actId="478"/>
          <ac:spMkLst>
            <pc:docMk/>
            <pc:sldMk cId="844433502" sldId="261"/>
            <ac:spMk id="3" creationId="{865CAB94-8112-ED9D-AC84-CDB3FDE411E9}"/>
          </ac:spMkLst>
        </pc:spChg>
        <pc:spChg chg="mod">
          <ac:chgData name="Ace Cook" userId="0bf321af4922a22e" providerId="LiveId" clId="{E017BC05-3534-459D-9538-BE99AD254B3B}" dt="2026-05-11T15:23:31.841" v="544" actId="20577"/>
          <ac:spMkLst>
            <pc:docMk/>
            <pc:sldMk cId="844433502" sldId="261"/>
            <ac:spMk id="4" creationId="{5067685E-3D3A-A644-3719-34F1A4FB377F}"/>
          </ac:spMkLst>
        </pc:spChg>
        <pc:picChg chg="add mod">
          <ac:chgData name="Ace Cook" userId="0bf321af4922a22e" providerId="LiveId" clId="{E017BC05-3534-459D-9538-BE99AD254B3B}" dt="2026-05-11T15:24:00.530" v="545" actId="1076"/>
          <ac:picMkLst>
            <pc:docMk/>
            <pc:sldMk cId="844433502" sldId="261"/>
            <ac:picMk id="6" creationId="{3A63E1E8-FA7E-55CC-AFBC-4DED95D978D2}"/>
          </ac:picMkLst>
        </pc:picChg>
      </pc:sldChg>
      <pc:sldChg chg="new del">
        <pc:chgData name="Ace Cook" userId="0bf321af4922a22e" providerId="LiveId" clId="{E017BC05-3534-459D-9538-BE99AD254B3B}" dt="2026-05-11T15:26:02.120" v="547" actId="47"/>
        <pc:sldMkLst>
          <pc:docMk/>
          <pc:sldMk cId="2678099422" sldId="262"/>
        </pc:sldMkLst>
      </pc:sldChg>
      <pc:sldChg chg="addSp delSp modSp new mod setBg">
        <pc:chgData name="Ace Cook" userId="0bf321af4922a22e" providerId="LiveId" clId="{E017BC05-3534-459D-9538-BE99AD254B3B}" dt="2026-05-11T15:56:25.696" v="1208" actId="26606"/>
        <pc:sldMkLst>
          <pc:docMk/>
          <pc:sldMk cId="2911496099" sldId="262"/>
        </pc:sldMkLst>
        <pc:spChg chg="mod">
          <ac:chgData name="Ace Cook" userId="0bf321af4922a22e" providerId="LiveId" clId="{E017BC05-3534-459D-9538-BE99AD254B3B}" dt="2026-05-11T15:56:25.696" v="1208" actId="26606"/>
          <ac:spMkLst>
            <pc:docMk/>
            <pc:sldMk cId="2911496099" sldId="262"/>
            <ac:spMk id="2" creationId="{3D29CE9D-AA4E-1ABC-43E7-11B6376FC124}"/>
          </ac:spMkLst>
        </pc:spChg>
        <pc:spChg chg="add del mod">
          <ac:chgData name="Ace Cook" userId="0bf321af4922a22e" providerId="LiveId" clId="{E017BC05-3534-459D-9538-BE99AD254B3B}" dt="2026-05-11T15:56:25.696" v="1208" actId="26606"/>
          <ac:spMkLst>
            <pc:docMk/>
            <pc:sldMk cId="2911496099" sldId="262"/>
            <ac:spMk id="3" creationId="{21F67537-281F-9B17-992E-A80A9738740D}"/>
          </ac:spMkLst>
        </pc:spChg>
        <pc:spChg chg="add">
          <ac:chgData name="Ace Cook" userId="0bf321af4922a22e" providerId="LiveId" clId="{E017BC05-3534-459D-9538-BE99AD254B3B}" dt="2026-05-11T15:56:25.696" v="1208" actId="26606"/>
          <ac:spMkLst>
            <pc:docMk/>
            <pc:sldMk cId="2911496099" sldId="262"/>
            <ac:spMk id="6" creationId="{7E475056-B0EB-44BE-8568-61ABEFB2E99D}"/>
          </ac:spMkLst>
        </pc:spChg>
        <pc:spChg chg="add">
          <ac:chgData name="Ace Cook" userId="0bf321af4922a22e" providerId="LiveId" clId="{E017BC05-3534-459D-9538-BE99AD254B3B}" dt="2026-05-11T15:56:25.696" v="1208" actId="26606"/>
          <ac:spMkLst>
            <pc:docMk/>
            <pc:sldMk cId="2911496099" sldId="262"/>
            <ac:spMk id="8" creationId="{E82ABBDC-7A44-4AE8-A04F-B5495481B9F2}"/>
          </ac:spMkLst>
        </pc:spChg>
        <pc:spChg chg="add del">
          <ac:chgData name="Ace Cook" userId="0bf321af4922a22e" providerId="LiveId" clId="{E017BC05-3534-459D-9538-BE99AD254B3B}" dt="2026-05-11T15:54:52.374" v="1147" actId="26606"/>
          <ac:spMkLst>
            <pc:docMk/>
            <pc:sldMk cId="2911496099" sldId="262"/>
            <ac:spMk id="9" creationId="{7E475056-B0EB-44BE-8568-61ABEFB2E99D}"/>
          </ac:spMkLst>
        </pc:spChg>
        <pc:spChg chg="add del">
          <ac:chgData name="Ace Cook" userId="0bf321af4922a22e" providerId="LiveId" clId="{E017BC05-3534-459D-9538-BE99AD254B3B}" dt="2026-05-11T15:54:52.374" v="1147" actId="26606"/>
          <ac:spMkLst>
            <pc:docMk/>
            <pc:sldMk cId="2911496099" sldId="262"/>
            <ac:spMk id="13" creationId="{E82ABBDC-7A44-4AE8-A04F-B5495481B9F2}"/>
          </ac:spMkLst>
        </pc:spChg>
        <pc:graphicFrameChg chg="add del">
          <ac:chgData name="Ace Cook" userId="0bf321af4922a22e" providerId="LiveId" clId="{E017BC05-3534-459D-9538-BE99AD254B3B}" dt="2026-05-11T15:54:52.374" v="1147" actId="26606"/>
          <ac:graphicFrameMkLst>
            <pc:docMk/>
            <pc:sldMk cId="2911496099" sldId="262"/>
            <ac:graphicFrameMk id="5" creationId="{63106354-30A7-31D5-F560-D5ED4CE975DF}"/>
          </ac:graphicFrameMkLst>
        </pc:graphicFrameChg>
        <pc:graphicFrameChg chg="add">
          <ac:chgData name="Ace Cook" userId="0bf321af4922a22e" providerId="LiveId" clId="{E017BC05-3534-459D-9538-BE99AD254B3B}" dt="2026-05-11T15:56:25.696" v="1208" actId="26606"/>
          <ac:graphicFrameMkLst>
            <pc:docMk/>
            <pc:sldMk cId="2911496099" sldId="262"/>
            <ac:graphicFrameMk id="10" creationId="{8601C4A3-6BD4-822F-1B9A-E95DF6E0867F}"/>
          </ac:graphicFrameMkLst>
        </pc:graphicFrameChg>
        <pc:cxnChg chg="add">
          <ac:chgData name="Ace Cook" userId="0bf321af4922a22e" providerId="LiveId" clId="{E017BC05-3534-459D-9538-BE99AD254B3B}" dt="2026-05-11T15:56:25.696" v="1208" actId="26606"/>
          <ac:cxnSpMkLst>
            <pc:docMk/>
            <pc:sldMk cId="2911496099" sldId="262"/>
            <ac:cxnSpMk id="7" creationId="{F2C8E2EC-73A4-48C2-B4D7-D7726BD908EE}"/>
          </ac:cxnSpMkLst>
        </pc:cxnChg>
        <pc:cxnChg chg="add del">
          <ac:chgData name="Ace Cook" userId="0bf321af4922a22e" providerId="LiveId" clId="{E017BC05-3534-459D-9538-BE99AD254B3B}" dt="2026-05-11T15:54:52.374" v="1147" actId="26606"/>
          <ac:cxnSpMkLst>
            <pc:docMk/>
            <pc:sldMk cId="2911496099" sldId="262"/>
            <ac:cxnSpMk id="11" creationId="{F2C8E2EC-73A4-48C2-B4D7-D7726BD908EE}"/>
          </ac:cxnSpMkLst>
        </pc:cxnChg>
      </pc:sldChg>
      <pc:sldChg chg="addSp delSp modSp new mod setBg">
        <pc:chgData name="Ace Cook" userId="0bf321af4922a22e" providerId="LiveId" clId="{E017BC05-3534-459D-9538-BE99AD254B3B}" dt="2026-05-11T15:54:28.112" v="1145" actId="26606"/>
        <pc:sldMkLst>
          <pc:docMk/>
          <pc:sldMk cId="324119909" sldId="263"/>
        </pc:sldMkLst>
        <pc:spChg chg="mod">
          <ac:chgData name="Ace Cook" userId="0bf321af4922a22e" providerId="LiveId" clId="{E017BC05-3534-459D-9538-BE99AD254B3B}" dt="2026-05-11T15:54:28.112" v="1145" actId="26606"/>
          <ac:spMkLst>
            <pc:docMk/>
            <pc:sldMk cId="324119909" sldId="263"/>
            <ac:spMk id="2" creationId="{7A9745B3-4160-3E82-51CE-27A1AD272BBB}"/>
          </ac:spMkLst>
        </pc:spChg>
        <pc:spChg chg="del mod">
          <ac:chgData name="Ace Cook" userId="0bf321af4922a22e" providerId="LiveId" clId="{E017BC05-3534-459D-9538-BE99AD254B3B}" dt="2026-05-11T15:54:28.112" v="1145" actId="26606"/>
          <ac:spMkLst>
            <pc:docMk/>
            <pc:sldMk cId="324119909" sldId="263"/>
            <ac:spMk id="3" creationId="{A677CD4B-73D4-6EB4-8C79-F7AFC8217BAA}"/>
          </ac:spMkLst>
        </pc:spChg>
        <pc:spChg chg="add">
          <ac:chgData name="Ace Cook" userId="0bf321af4922a22e" providerId="LiveId" clId="{E017BC05-3534-459D-9538-BE99AD254B3B}" dt="2026-05-11T15:54:28.112" v="1145" actId="26606"/>
          <ac:spMkLst>
            <pc:docMk/>
            <pc:sldMk cId="324119909" sldId="263"/>
            <ac:spMk id="9" creationId="{7E475056-B0EB-44BE-8568-61ABEFB2E99D}"/>
          </ac:spMkLst>
        </pc:spChg>
        <pc:spChg chg="add">
          <ac:chgData name="Ace Cook" userId="0bf321af4922a22e" providerId="LiveId" clId="{E017BC05-3534-459D-9538-BE99AD254B3B}" dt="2026-05-11T15:54:28.112" v="1145" actId="26606"/>
          <ac:spMkLst>
            <pc:docMk/>
            <pc:sldMk cId="324119909" sldId="263"/>
            <ac:spMk id="13" creationId="{E82ABBDC-7A44-4AE8-A04F-B5495481B9F2}"/>
          </ac:spMkLst>
        </pc:spChg>
        <pc:graphicFrameChg chg="add">
          <ac:chgData name="Ace Cook" userId="0bf321af4922a22e" providerId="LiveId" clId="{E017BC05-3534-459D-9538-BE99AD254B3B}" dt="2026-05-11T15:54:28.112" v="1145" actId="26606"/>
          <ac:graphicFrameMkLst>
            <pc:docMk/>
            <pc:sldMk cId="324119909" sldId="263"/>
            <ac:graphicFrameMk id="5" creationId="{34179C9E-8284-3D84-5F03-A9257CAB423D}"/>
          </ac:graphicFrameMkLst>
        </pc:graphicFrameChg>
        <pc:cxnChg chg="add">
          <ac:chgData name="Ace Cook" userId="0bf321af4922a22e" providerId="LiveId" clId="{E017BC05-3534-459D-9538-BE99AD254B3B}" dt="2026-05-11T15:54:28.112" v="1145" actId="26606"/>
          <ac:cxnSpMkLst>
            <pc:docMk/>
            <pc:sldMk cId="324119909" sldId="263"/>
            <ac:cxnSpMk id="11" creationId="{F2C8E2EC-73A4-48C2-B4D7-D7726BD908EE}"/>
          </ac:cxnSpMkLst>
        </pc:cxnChg>
      </pc:sldChg>
      <pc:sldChg chg="addSp delSp modSp new mod setBg">
        <pc:chgData name="Ace Cook" userId="0bf321af4922a22e" providerId="LiveId" clId="{E017BC05-3534-459D-9538-BE99AD254B3B}" dt="2026-05-11T15:49:03.711" v="1029" actId="26606"/>
        <pc:sldMkLst>
          <pc:docMk/>
          <pc:sldMk cId="4120732876" sldId="264"/>
        </pc:sldMkLst>
        <pc:spChg chg="mod">
          <ac:chgData name="Ace Cook" userId="0bf321af4922a22e" providerId="LiveId" clId="{E017BC05-3534-459D-9538-BE99AD254B3B}" dt="2026-05-11T15:49:03.711" v="1029" actId="26606"/>
          <ac:spMkLst>
            <pc:docMk/>
            <pc:sldMk cId="4120732876" sldId="264"/>
            <ac:spMk id="2" creationId="{8B8210AF-6E3D-BA9F-44B3-54DBFA7566F9}"/>
          </ac:spMkLst>
        </pc:spChg>
        <pc:spChg chg="del mod">
          <ac:chgData name="Ace Cook" userId="0bf321af4922a22e" providerId="LiveId" clId="{E017BC05-3534-459D-9538-BE99AD254B3B}" dt="2026-05-11T15:49:03.711" v="1029" actId="26606"/>
          <ac:spMkLst>
            <pc:docMk/>
            <pc:sldMk cId="4120732876" sldId="264"/>
            <ac:spMk id="3" creationId="{91F3C7B0-62C6-655C-0AA8-8BBEC77A2585}"/>
          </ac:spMkLst>
        </pc:spChg>
        <pc:spChg chg="add">
          <ac:chgData name="Ace Cook" userId="0bf321af4922a22e" providerId="LiveId" clId="{E017BC05-3534-459D-9538-BE99AD254B3B}" dt="2026-05-11T15:49:03.711" v="1029" actId="26606"/>
          <ac:spMkLst>
            <pc:docMk/>
            <pc:sldMk cId="4120732876" sldId="264"/>
            <ac:spMk id="9" creationId="{7E475056-B0EB-44BE-8568-61ABEFB2E99D}"/>
          </ac:spMkLst>
        </pc:spChg>
        <pc:spChg chg="add">
          <ac:chgData name="Ace Cook" userId="0bf321af4922a22e" providerId="LiveId" clId="{E017BC05-3534-459D-9538-BE99AD254B3B}" dt="2026-05-11T15:49:03.711" v="1029" actId="26606"/>
          <ac:spMkLst>
            <pc:docMk/>
            <pc:sldMk cId="4120732876" sldId="264"/>
            <ac:spMk id="13" creationId="{E82ABBDC-7A44-4AE8-A04F-B5495481B9F2}"/>
          </ac:spMkLst>
        </pc:spChg>
        <pc:graphicFrameChg chg="add">
          <ac:chgData name="Ace Cook" userId="0bf321af4922a22e" providerId="LiveId" clId="{E017BC05-3534-459D-9538-BE99AD254B3B}" dt="2026-05-11T15:49:03.711" v="1029" actId="26606"/>
          <ac:graphicFrameMkLst>
            <pc:docMk/>
            <pc:sldMk cId="4120732876" sldId="264"/>
            <ac:graphicFrameMk id="5" creationId="{33CFD2B1-B6BC-082E-8858-17052747FC07}"/>
          </ac:graphicFrameMkLst>
        </pc:graphicFrameChg>
        <pc:cxnChg chg="add">
          <ac:chgData name="Ace Cook" userId="0bf321af4922a22e" providerId="LiveId" clId="{E017BC05-3534-459D-9538-BE99AD254B3B}" dt="2026-05-11T15:49:03.711" v="1029" actId="26606"/>
          <ac:cxnSpMkLst>
            <pc:docMk/>
            <pc:sldMk cId="4120732876" sldId="264"/>
            <ac:cxnSpMk id="11" creationId="{F2C8E2EC-73A4-48C2-B4D7-D7726BD908EE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606E59-6A6D-4480-88DB-86299CC3A435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FF23E1F-5CB4-4DD3-8DF7-9A0CF2C2F9C3}">
      <dgm:prSet/>
      <dgm:spPr/>
      <dgm:t>
        <a:bodyPr/>
        <a:lstStyle/>
        <a:p>
          <a:r>
            <a:rPr lang="en-US"/>
            <a:t>Sending a request</a:t>
          </a:r>
        </a:p>
      </dgm:t>
    </dgm:pt>
    <dgm:pt modelId="{BA22F2DE-7072-4463-959C-B4143DC3B1A9}" type="parTrans" cxnId="{BC4772C6-A663-4E14-8AEC-67816FD0A46A}">
      <dgm:prSet/>
      <dgm:spPr/>
      <dgm:t>
        <a:bodyPr/>
        <a:lstStyle/>
        <a:p>
          <a:endParaRPr lang="en-US"/>
        </a:p>
      </dgm:t>
    </dgm:pt>
    <dgm:pt modelId="{A2074872-6816-4E9C-8C22-6F2EFA246E64}" type="sibTrans" cxnId="{BC4772C6-A663-4E14-8AEC-67816FD0A46A}">
      <dgm:prSet/>
      <dgm:spPr/>
      <dgm:t>
        <a:bodyPr/>
        <a:lstStyle/>
        <a:p>
          <a:endParaRPr lang="en-US"/>
        </a:p>
      </dgm:t>
    </dgm:pt>
    <dgm:pt modelId="{03A133C6-5DE2-4E09-8BBD-1D4018C892E8}">
      <dgm:prSet/>
      <dgm:spPr/>
      <dgm:t>
        <a:bodyPr/>
        <a:lstStyle/>
        <a:p>
          <a:r>
            <a:rPr lang="en-US"/>
            <a:t>Defined by user query </a:t>
          </a:r>
        </a:p>
      </dgm:t>
    </dgm:pt>
    <dgm:pt modelId="{7930F8C8-86A3-4BE2-BA58-F792F0462964}" type="parTrans" cxnId="{8A670D16-C3AC-4753-A6AF-CB9848CF6C36}">
      <dgm:prSet/>
      <dgm:spPr/>
      <dgm:t>
        <a:bodyPr/>
        <a:lstStyle/>
        <a:p>
          <a:endParaRPr lang="en-US"/>
        </a:p>
      </dgm:t>
    </dgm:pt>
    <dgm:pt modelId="{B378C9D0-AA0E-4AA4-AAAD-390722BA9F2C}" type="sibTrans" cxnId="{8A670D16-C3AC-4753-A6AF-CB9848CF6C36}">
      <dgm:prSet/>
      <dgm:spPr/>
      <dgm:t>
        <a:bodyPr/>
        <a:lstStyle/>
        <a:p>
          <a:endParaRPr lang="en-US"/>
        </a:p>
      </dgm:t>
    </dgm:pt>
    <dgm:pt modelId="{3BA1A977-6CB4-4A96-87F6-49E479AC0D66}">
      <dgm:prSet/>
      <dgm:spPr/>
      <dgm:t>
        <a:bodyPr/>
        <a:lstStyle/>
        <a:p>
          <a:r>
            <a:rPr lang="en-US"/>
            <a:t>Data is sent back</a:t>
          </a:r>
        </a:p>
      </dgm:t>
    </dgm:pt>
    <dgm:pt modelId="{78DFE203-79EC-4F96-BEC0-01741046696D}" type="parTrans" cxnId="{B7D15692-CAAA-4050-89DA-50D3816C8297}">
      <dgm:prSet/>
      <dgm:spPr/>
      <dgm:t>
        <a:bodyPr/>
        <a:lstStyle/>
        <a:p>
          <a:endParaRPr lang="en-US"/>
        </a:p>
      </dgm:t>
    </dgm:pt>
    <dgm:pt modelId="{C18D4D68-B12A-4EE2-9484-94BF08058D83}" type="sibTrans" cxnId="{B7D15692-CAAA-4050-89DA-50D3816C8297}">
      <dgm:prSet/>
      <dgm:spPr/>
      <dgm:t>
        <a:bodyPr/>
        <a:lstStyle/>
        <a:p>
          <a:endParaRPr lang="en-US"/>
        </a:p>
      </dgm:t>
    </dgm:pt>
    <dgm:pt modelId="{8D02DB96-4E42-4E4C-B806-942B3749E070}">
      <dgm:prSet/>
      <dgm:spPr/>
      <dgm:t>
        <a:bodyPr/>
        <a:lstStyle/>
        <a:p>
          <a:r>
            <a:rPr lang="en-US"/>
            <a:t>Possible Segmentation</a:t>
          </a:r>
        </a:p>
      </dgm:t>
    </dgm:pt>
    <dgm:pt modelId="{163F451F-5C8E-4385-BF6E-DD1ED6071889}" type="parTrans" cxnId="{7DE4F4BD-5666-4962-BAD6-B6E5DDCA426B}">
      <dgm:prSet/>
      <dgm:spPr/>
      <dgm:t>
        <a:bodyPr/>
        <a:lstStyle/>
        <a:p>
          <a:endParaRPr lang="en-US"/>
        </a:p>
      </dgm:t>
    </dgm:pt>
    <dgm:pt modelId="{5B09D8CB-7D5B-409C-A626-603194BA792D}" type="sibTrans" cxnId="{7DE4F4BD-5666-4962-BAD6-B6E5DDCA426B}">
      <dgm:prSet/>
      <dgm:spPr/>
      <dgm:t>
        <a:bodyPr/>
        <a:lstStyle/>
        <a:p>
          <a:endParaRPr lang="en-US"/>
        </a:p>
      </dgm:t>
    </dgm:pt>
    <dgm:pt modelId="{39D62F11-CE5F-485F-A44C-E1C7AD2C7E74}">
      <dgm:prSet/>
      <dgm:spPr/>
      <dgm:t>
        <a:bodyPr/>
        <a:lstStyle/>
        <a:p>
          <a:r>
            <a:rPr lang="en-US"/>
            <a:t>Display Results</a:t>
          </a:r>
        </a:p>
      </dgm:t>
    </dgm:pt>
    <dgm:pt modelId="{4AD65B12-CB0B-4F54-948B-C8EB56A8D167}" type="parTrans" cxnId="{AA0DAD20-71B5-448F-BC69-45AF0438BB33}">
      <dgm:prSet/>
      <dgm:spPr/>
      <dgm:t>
        <a:bodyPr/>
        <a:lstStyle/>
        <a:p>
          <a:endParaRPr lang="en-US"/>
        </a:p>
      </dgm:t>
    </dgm:pt>
    <dgm:pt modelId="{E1D5009E-6E3E-479C-84F7-9A77931FC338}" type="sibTrans" cxnId="{AA0DAD20-71B5-448F-BC69-45AF0438BB33}">
      <dgm:prSet/>
      <dgm:spPr/>
      <dgm:t>
        <a:bodyPr/>
        <a:lstStyle/>
        <a:p>
          <a:endParaRPr lang="en-US"/>
        </a:p>
      </dgm:t>
    </dgm:pt>
    <dgm:pt modelId="{E48B3AB1-D31A-4F5D-8ED6-A64E973F47D9}" type="pres">
      <dgm:prSet presAssocID="{A4606E59-6A6D-4480-88DB-86299CC3A435}" presName="linear" presStyleCnt="0">
        <dgm:presLayoutVars>
          <dgm:dir/>
          <dgm:animLvl val="lvl"/>
          <dgm:resizeHandles val="exact"/>
        </dgm:presLayoutVars>
      </dgm:prSet>
      <dgm:spPr/>
    </dgm:pt>
    <dgm:pt modelId="{43A8D16C-4031-42DC-AC1A-4D5739C078DC}" type="pres">
      <dgm:prSet presAssocID="{AFF23E1F-5CB4-4DD3-8DF7-9A0CF2C2F9C3}" presName="parentLin" presStyleCnt="0"/>
      <dgm:spPr/>
    </dgm:pt>
    <dgm:pt modelId="{9B469089-0704-4191-BE73-4202D1B092F9}" type="pres">
      <dgm:prSet presAssocID="{AFF23E1F-5CB4-4DD3-8DF7-9A0CF2C2F9C3}" presName="parentLeftMargin" presStyleLbl="node1" presStyleIdx="0" presStyleCnt="3"/>
      <dgm:spPr/>
    </dgm:pt>
    <dgm:pt modelId="{23321DA7-3CC2-4A97-8769-594EFA1C3BDE}" type="pres">
      <dgm:prSet presAssocID="{AFF23E1F-5CB4-4DD3-8DF7-9A0CF2C2F9C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EF7E76D-65A3-4EEB-B0C8-C4E0D7D981B2}" type="pres">
      <dgm:prSet presAssocID="{AFF23E1F-5CB4-4DD3-8DF7-9A0CF2C2F9C3}" presName="negativeSpace" presStyleCnt="0"/>
      <dgm:spPr/>
    </dgm:pt>
    <dgm:pt modelId="{CE1632AF-BBBB-4F01-B76B-78AC1C2DC199}" type="pres">
      <dgm:prSet presAssocID="{AFF23E1F-5CB4-4DD3-8DF7-9A0CF2C2F9C3}" presName="childText" presStyleLbl="conFgAcc1" presStyleIdx="0" presStyleCnt="3">
        <dgm:presLayoutVars>
          <dgm:bulletEnabled val="1"/>
        </dgm:presLayoutVars>
      </dgm:prSet>
      <dgm:spPr/>
    </dgm:pt>
    <dgm:pt modelId="{4C71E3BC-E5D5-4D5F-8FCA-B8D102A8B6E3}" type="pres">
      <dgm:prSet presAssocID="{A2074872-6816-4E9C-8C22-6F2EFA246E64}" presName="spaceBetweenRectangles" presStyleCnt="0"/>
      <dgm:spPr/>
    </dgm:pt>
    <dgm:pt modelId="{9B43E997-FD82-40F5-A546-0D1C60C2661A}" type="pres">
      <dgm:prSet presAssocID="{3BA1A977-6CB4-4A96-87F6-49E479AC0D66}" presName="parentLin" presStyleCnt="0"/>
      <dgm:spPr/>
    </dgm:pt>
    <dgm:pt modelId="{E6855548-BEFB-476A-A4AF-DCB905FC32A7}" type="pres">
      <dgm:prSet presAssocID="{3BA1A977-6CB4-4A96-87F6-49E479AC0D66}" presName="parentLeftMargin" presStyleLbl="node1" presStyleIdx="0" presStyleCnt="3"/>
      <dgm:spPr/>
    </dgm:pt>
    <dgm:pt modelId="{62E02E45-6ADA-4CA5-A252-9C795656A538}" type="pres">
      <dgm:prSet presAssocID="{3BA1A977-6CB4-4A96-87F6-49E479AC0D6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0C600F3-F100-4459-8CC6-34958B7538A4}" type="pres">
      <dgm:prSet presAssocID="{3BA1A977-6CB4-4A96-87F6-49E479AC0D66}" presName="negativeSpace" presStyleCnt="0"/>
      <dgm:spPr/>
    </dgm:pt>
    <dgm:pt modelId="{AD79E3D5-7131-47F0-A2E6-CA1E6B56276A}" type="pres">
      <dgm:prSet presAssocID="{3BA1A977-6CB4-4A96-87F6-49E479AC0D66}" presName="childText" presStyleLbl="conFgAcc1" presStyleIdx="1" presStyleCnt="3">
        <dgm:presLayoutVars>
          <dgm:bulletEnabled val="1"/>
        </dgm:presLayoutVars>
      </dgm:prSet>
      <dgm:spPr/>
    </dgm:pt>
    <dgm:pt modelId="{9DB79185-9D1B-4238-BBE0-D5E58F386316}" type="pres">
      <dgm:prSet presAssocID="{C18D4D68-B12A-4EE2-9484-94BF08058D83}" presName="spaceBetweenRectangles" presStyleCnt="0"/>
      <dgm:spPr/>
    </dgm:pt>
    <dgm:pt modelId="{B37FFA0F-7252-4D6C-AFFD-D3749D523C63}" type="pres">
      <dgm:prSet presAssocID="{39D62F11-CE5F-485F-A44C-E1C7AD2C7E74}" presName="parentLin" presStyleCnt="0"/>
      <dgm:spPr/>
    </dgm:pt>
    <dgm:pt modelId="{4EA3DCED-28E2-4077-98D8-623CB884038F}" type="pres">
      <dgm:prSet presAssocID="{39D62F11-CE5F-485F-A44C-E1C7AD2C7E74}" presName="parentLeftMargin" presStyleLbl="node1" presStyleIdx="1" presStyleCnt="3"/>
      <dgm:spPr/>
    </dgm:pt>
    <dgm:pt modelId="{5AEA7DF0-2EB9-47DE-90A9-800F0044361C}" type="pres">
      <dgm:prSet presAssocID="{39D62F11-CE5F-485F-A44C-E1C7AD2C7E7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BF4317-BD50-4402-8DAD-23AA481C674E}" type="pres">
      <dgm:prSet presAssocID="{39D62F11-CE5F-485F-A44C-E1C7AD2C7E74}" presName="negativeSpace" presStyleCnt="0"/>
      <dgm:spPr/>
    </dgm:pt>
    <dgm:pt modelId="{20395702-9AE6-4E25-B354-C999B6D8E087}" type="pres">
      <dgm:prSet presAssocID="{39D62F11-CE5F-485F-A44C-E1C7AD2C7E7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5B22F13-7651-41A0-9884-BCB9DC7BE5AC}" type="presOf" srcId="{39D62F11-CE5F-485F-A44C-E1C7AD2C7E74}" destId="{5AEA7DF0-2EB9-47DE-90A9-800F0044361C}" srcOrd="1" destOrd="0" presId="urn:microsoft.com/office/officeart/2005/8/layout/list1"/>
    <dgm:cxn modelId="{8A670D16-C3AC-4753-A6AF-CB9848CF6C36}" srcId="{AFF23E1F-5CB4-4DD3-8DF7-9A0CF2C2F9C3}" destId="{03A133C6-5DE2-4E09-8BBD-1D4018C892E8}" srcOrd="0" destOrd="0" parTransId="{7930F8C8-86A3-4BE2-BA58-F792F0462964}" sibTransId="{B378C9D0-AA0E-4AA4-AAAD-390722BA9F2C}"/>
    <dgm:cxn modelId="{AAA8701B-FF2E-457F-A7C0-1AA42CD8DEDD}" type="presOf" srcId="{3BA1A977-6CB4-4A96-87F6-49E479AC0D66}" destId="{62E02E45-6ADA-4CA5-A252-9C795656A538}" srcOrd="1" destOrd="0" presId="urn:microsoft.com/office/officeart/2005/8/layout/list1"/>
    <dgm:cxn modelId="{AA0DAD20-71B5-448F-BC69-45AF0438BB33}" srcId="{A4606E59-6A6D-4480-88DB-86299CC3A435}" destId="{39D62F11-CE5F-485F-A44C-E1C7AD2C7E74}" srcOrd="2" destOrd="0" parTransId="{4AD65B12-CB0B-4F54-948B-C8EB56A8D167}" sibTransId="{E1D5009E-6E3E-479C-84F7-9A77931FC338}"/>
    <dgm:cxn modelId="{B81D8340-88F1-4207-AF9A-12C26DAE16EC}" type="presOf" srcId="{03A133C6-5DE2-4E09-8BBD-1D4018C892E8}" destId="{CE1632AF-BBBB-4F01-B76B-78AC1C2DC199}" srcOrd="0" destOrd="0" presId="urn:microsoft.com/office/officeart/2005/8/layout/list1"/>
    <dgm:cxn modelId="{6387C87D-9440-4F15-AAF1-50320EA403B5}" type="presOf" srcId="{39D62F11-CE5F-485F-A44C-E1C7AD2C7E74}" destId="{4EA3DCED-28E2-4077-98D8-623CB884038F}" srcOrd="0" destOrd="0" presId="urn:microsoft.com/office/officeart/2005/8/layout/list1"/>
    <dgm:cxn modelId="{DCA6DF7E-1D2C-4326-9CE1-BCDBA6E1DD99}" type="presOf" srcId="{AFF23E1F-5CB4-4DD3-8DF7-9A0CF2C2F9C3}" destId="{23321DA7-3CC2-4A97-8769-594EFA1C3BDE}" srcOrd="1" destOrd="0" presId="urn:microsoft.com/office/officeart/2005/8/layout/list1"/>
    <dgm:cxn modelId="{B7D15692-CAAA-4050-89DA-50D3816C8297}" srcId="{A4606E59-6A6D-4480-88DB-86299CC3A435}" destId="{3BA1A977-6CB4-4A96-87F6-49E479AC0D66}" srcOrd="1" destOrd="0" parTransId="{78DFE203-79EC-4F96-BEC0-01741046696D}" sibTransId="{C18D4D68-B12A-4EE2-9484-94BF08058D83}"/>
    <dgm:cxn modelId="{2F05CC94-91AA-4B82-8677-A1399FFBFC46}" type="presOf" srcId="{8D02DB96-4E42-4E4C-B806-942B3749E070}" destId="{AD79E3D5-7131-47F0-A2E6-CA1E6B56276A}" srcOrd="0" destOrd="0" presId="urn:microsoft.com/office/officeart/2005/8/layout/list1"/>
    <dgm:cxn modelId="{83CA53B0-7FD8-42B0-BB2B-63EDEB0A6639}" type="presOf" srcId="{AFF23E1F-5CB4-4DD3-8DF7-9A0CF2C2F9C3}" destId="{9B469089-0704-4191-BE73-4202D1B092F9}" srcOrd="0" destOrd="0" presId="urn:microsoft.com/office/officeart/2005/8/layout/list1"/>
    <dgm:cxn modelId="{7DE4F4BD-5666-4962-BAD6-B6E5DDCA426B}" srcId="{3BA1A977-6CB4-4A96-87F6-49E479AC0D66}" destId="{8D02DB96-4E42-4E4C-B806-942B3749E070}" srcOrd="0" destOrd="0" parTransId="{163F451F-5C8E-4385-BF6E-DD1ED6071889}" sibTransId="{5B09D8CB-7D5B-409C-A626-603194BA792D}"/>
    <dgm:cxn modelId="{BC4772C6-A663-4E14-8AEC-67816FD0A46A}" srcId="{A4606E59-6A6D-4480-88DB-86299CC3A435}" destId="{AFF23E1F-5CB4-4DD3-8DF7-9A0CF2C2F9C3}" srcOrd="0" destOrd="0" parTransId="{BA22F2DE-7072-4463-959C-B4143DC3B1A9}" sibTransId="{A2074872-6816-4E9C-8C22-6F2EFA246E64}"/>
    <dgm:cxn modelId="{AACFD0F0-A17F-4034-AD99-E361E015DBE8}" type="presOf" srcId="{A4606E59-6A6D-4480-88DB-86299CC3A435}" destId="{E48B3AB1-D31A-4F5D-8ED6-A64E973F47D9}" srcOrd="0" destOrd="0" presId="urn:microsoft.com/office/officeart/2005/8/layout/list1"/>
    <dgm:cxn modelId="{A94162F6-58E5-4874-88DE-B7FE1E427C36}" type="presOf" srcId="{3BA1A977-6CB4-4A96-87F6-49E479AC0D66}" destId="{E6855548-BEFB-476A-A4AF-DCB905FC32A7}" srcOrd="0" destOrd="0" presId="urn:microsoft.com/office/officeart/2005/8/layout/list1"/>
    <dgm:cxn modelId="{E5316552-F6D8-4239-871A-143F177D99CB}" type="presParOf" srcId="{E48B3AB1-D31A-4F5D-8ED6-A64E973F47D9}" destId="{43A8D16C-4031-42DC-AC1A-4D5739C078DC}" srcOrd="0" destOrd="0" presId="urn:microsoft.com/office/officeart/2005/8/layout/list1"/>
    <dgm:cxn modelId="{531EED9F-0B32-4054-8C74-0CF38BD0279B}" type="presParOf" srcId="{43A8D16C-4031-42DC-AC1A-4D5739C078DC}" destId="{9B469089-0704-4191-BE73-4202D1B092F9}" srcOrd="0" destOrd="0" presId="urn:microsoft.com/office/officeart/2005/8/layout/list1"/>
    <dgm:cxn modelId="{BB3CE122-2AFD-438B-AE51-B326A06B5122}" type="presParOf" srcId="{43A8D16C-4031-42DC-AC1A-4D5739C078DC}" destId="{23321DA7-3CC2-4A97-8769-594EFA1C3BDE}" srcOrd="1" destOrd="0" presId="urn:microsoft.com/office/officeart/2005/8/layout/list1"/>
    <dgm:cxn modelId="{6A0EA501-9204-4A36-AA96-78212C478D87}" type="presParOf" srcId="{E48B3AB1-D31A-4F5D-8ED6-A64E973F47D9}" destId="{BEF7E76D-65A3-4EEB-B0C8-C4E0D7D981B2}" srcOrd="1" destOrd="0" presId="urn:microsoft.com/office/officeart/2005/8/layout/list1"/>
    <dgm:cxn modelId="{FE05103E-FD74-41B4-97D1-48D9825B807A}" type="presParOf" srcId="{E48B3AB1-D31A-4F5D-8ED6-A64E973F47D9}" destId="{CE1632AF-BBBB-4F01-B76B-78AC1C2DC199}" srcOrd="2" destOrd="0" presId="urn:microsoft.com/office/officeart/2005/8/layout/list1"/>
    <dgm:cxn modelId="{6B5A97E2-7BF2-4E9B-96C3-053FF9F4B8E8}" type="presParOf" srcId="{E48B3AB1-D31A-4F5D-8ED6-A64E973F47D9}" destId="{4C71E3BC-E5D5-4D5F-8FCA-B8D102A8B6E3}" srcOrd="3" destOrd="0" presId="urn:microsoft.com/office/officeart/2005/8/layout/list1"/>
    <dgm:cxn modelId="{EE8F5BAE-C877-47DC-914E-5945B81CCFC1}" type="presParOf" srcId="{E48B3AB1-D31A-4F5D-8ED6-A64E973F47D9}" destId="{9B43E997-FD82-40F5-A546-0D1C60C2661A}" srcOrd="4" destOrd="0" presId="urn:microsoft.com/office/officeart/2005/8/layout/list1"/>
    <dgm:cxn modelId="{E11AE641-DCA3-45D5-8EF6-E1A6525EEBDF}" type="presParOf" srcId="{9B43E997-FD82-40F5-A546-0D1C60C2661A}" destId="{E6855548-BEFB-476A-A4AF-DCB905FC32A7}" srcOrd="0" destOrd="0" presId="urn:microsoft.com/office/officeart/2005/8/layout/list1"/>
    <dgm:cxn modelId="{7276FFF5-009C-40E5-9F3D-FC6B3DAA50EE}" type="presParOf" srcId="{9B43E997-FD82-40F5-A546-0D1C60C2661A}" destId="{62E02E45-6ADA-4CA5-A252-9C795656A538}" srcOrd="1" destOrd="0" presId="urn:microsoft.com/office/officeart/2005/8/layout/list1"/>
    <dgm:cxn modelId="{B58F2FE8-3B4C-4B44-B42F-42B785C7812C}" type="presParOf" srcId="{E48B3AB1-D31A-4F5D-8ED6-A64E973F47D9}" destId="{B0C600F3-F100-4459-8CC6-34958B7538A4}" srcOrd="5" destOrd="0" presId="urn:microsoft.com/office/officeart/2005/8/layout/list1"/>
    <dgm:cxn modelId="{2AD1FCE0-94D7-4012-BE45-2DD38E4A0861}" type="presParOf" srcId="{E48B3AB1-D31A-4F5D-8ED6-A64E973F47D9}" destId="{AD79E3D5-7131-47F0-A2E6-CA1E6B56276A}" srcOrd="6" destOrd="0" presId="urn:microsoft.com/office/officeart/2005/8/layout/list1"/>
    <dgm:cxn modelId="{EDA02E7A-D041-430F-AC3C-AE9CFD7244B8}" type="presParOf" srcId="{E48B3AB1-D31A-4F5D-8ED6-A64E973F47D9}" destId="{9DB79185-9D1B-4238-BBE0-D5E58F386316}" srcOrd="7" destOrd="0" presId="urn:microsoft.com/office/officeart/2005/8/layout/list1"/>
    <dgm:cxn modelId="{07B682C4-DE36-4C0B-A0FA-F6B8D2E66550}" type="presParOf" srcId="{E48B3AB1-D31A-4F5D-8ED6-A64E973F47D9}" destId="{B37FFA0F-7252-4D6C-AFFD-D3749D523C63}" srcOrd="8" destOrd="0" presId="urn:microsoft.com/office/officeart/2005/8/layout/list1"/>
    <dgm:cxn modelId="{0830F295-45C8-4160-B9A4-65A8A04023BE}" type="presParOf" srcId="{B37FFA0F-7252-4D6C-AFFD-D3749D523C63}" destId="{4EA3DCED-28E2-4077-98D8-623CB884038F}" srcOrd="0" destOrd="0" presId="urn:microsoft.com/office/officeart/2005/8/layout/list1"/>
    <dgm:cxn modelId="{783E801C-255B-4D2B-9D76-5F122D4596BA}" type="presParOf" srcId="{B37FFA0F-7252-4D6C-AFFD-D3749D523C63}" destId="{5AEA7DF0-2EB9-47DE-90A9-800F0044361C}" srcOrd="1" destOrd="0" presId="urn:microsoft.com/office/officeart/2005/8/layout/list1"/>
    <dgm:cxn modelId="{2F8BD414-7B29-49CC-845D-09701ED03239}" type="presParOf" srcId="{E48B3AB1-D31A-4F5D-8ED6-A64E973F47D9}" destId="{8DBF4317-BD50-4402-8DAD-23AA481C674E}" srcOrd="9" destOrd="0" presId="urn:microsoft.com/office/officeart/2005/8/layout/list1"/>
    <dgm:cxn modelId="{49F1B113-BCE9-4E49-BB54-952E01BC573C}" type="presParOf" srcId="{E48B3AB1-D31A-4F5D-8ED6-A64E973F47D9}" destId="{20395702-9AE6-4E25-B354-C999B6D8E08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7AA65A-270E-41B0-897E-CF4EB7F43D3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080365-C8AF-456E-806A-284207B8D275}">
      <dgm:prSet/>
      <dgm:spPr/>
      <dgm:t>
        <a:bodyPr/>
        <a:lstStyle/>
        <a:p>
          <a:r>
            <a:rPr lang="en-US"/>
            <a:t>User created object</a:t>
          </a:r>
        </a:p>
      </dgm:t>
    </dgm:pt>
    <dgm:pt modelId="{0A7FB46E-D443-49BA-8A1F-398F0E9A485D}" type="parTrans" cxnId="{B713F980-2EDF-49E9-A375-279E423B20D4}">
      <dgm:prSet/>
      <dgm:spPr/>
      <dgm:t>
        <a:bodyPr/>
        <a:lstStyle/>
        <a:p>
          <a:endParaRPr lang="en-US"/>
        </a:p>
      </dgm:t>
    </dgm:pt>
    <dgm:pt modelId="{0AB1ADC5-268F-45B5-91C1-29CACBFE6D9D}" type="sibTrans" cxnId="{B713F980-2EDF-49E9-A375-279E423B20D4}">
      <dgm:prSet/>
      <dgm:spPr/>
      <dgm:t>
        <a:bodyPr/>
        <a:lstStyle/>
        <a:p>
          <a:endParaRPr lang="en-US"/>
        </a:p>
      </dgm:t>
    </dgm:pt>
    <dgm:pt modelId="{6D3FBBAF-18B8-4F19-A783-DAC2E51BC7A2}">
      <dgm:prSet/>
      <dgm:spPr/>
      <dgm:t>
        <a:bodyPr/>
        <a:lstStyle/>
        <a:p>
          <a:r>
            <a:rPr lang="en-US"/>
            <a:t>No data is stored, until User decision</a:t>
          </a:r>
        </a:p>
      </dgm:t>
    </dgm:pt>
    <dgm:pt modelId="{142BE2C1-9442-442A-BE47-E4CA64306061}" type="parTrans" cxnId="{A2F0E350-65EB-4867-8D55-7488A3302AE1}">
      <dgm:prSet/>
      <dgm:spPr/>
      <dgm:t>
        <a:bodyPr/>
        <a:lstStyle/>
        <a:p>
          <a:endParaRPr lang="en-US"/>
        </a:p>
      </dgm:t>
    </dgm:pt>
    <dgm:pt modelId="{BC929CAB-94DE-4AE3-A984-FE991BBDA3BD}" type="sibTrans" cxnId="{A2F0E350-65EB-4867-8D55-7488A3302AE1}">
      <dgm:prSet/>
      <dgm:spPr/>
      <dgm:t>
        <a:bodyPr/>
        <a:lstStyle/>
        <a:p>
          <a:endParaRPr lang="en-US"/>
        </a:p>
      </dgm:t>
    </dgm:pt>
    <dgm:pt modelId="{F30F2148-A00D-422A-BBA5-CA3CF7C60E71}">
      <dgm:prSet/>
      <dgm:spPr/>
      <dgm:t>
        <a:bodyPr/>
        <a:lstStyle/>
        <a:p>
          <a:r>
            <a:rPr lang="en-US"/>
            <a:t>Store the user selection into a user created deck</a:t>
          </a:r>
        </a:p>
      </dgm:t>
    </dgm:pt>
    <dgm:pt modelId="{F833F5E2-BFE1-4E6B-BE78-570EDDD21054}" type="parTrans" cxnId="{CC3C86ED-CC72-4662-A48F-144F64C0A148}">
      <dgm:prSet/>
      <dgm:spPr/>
      <dgm:t>
        <a:bodyPr/>
        <a:lstStyle/>
        <a:p>
          <a:endParaRPr lang="en-US"/>
        </a:p>
      </dgm:t>
    </dgm:pt>
    <dgm:pt modelId="{B74CF03D-2E8C-4FDB-A238-11337AB4E011}" type="sibTrans" cxnId="{CC3C86ED-CC72-4662-A48F-144F64C0A148}">
      <dgm:prSet/>
      <dgm:spPr/>
      <dgm:t>
        <a:bodyPr/>
        <a:lstStyle/>
        <a:p>
          <a:endParaRPr lang="en-US"/>
        </a:p>
      </dgm:t>
    </dgm:pt>
    <dgm:pt modelId="{5C614832-DA7B-4F6F-BA9A-61801AF397E3}">
      <dgm:prSet/>
      <dgm:spPr/>
      <dgm:t>
        <a:bodyPr/>
        <a:lstStyle/>
        <a:p>
          <a:r>
            <a:rPr lang="en-US"/>
            <a:t>Several decks are stored</a:t>
          </a:r>
        </a:p>
      </dgm:t>
    </dgm:pt>
    <dgm:pt modelId="{A7BA3266-4542-40CD-B108-721D57B6273A}" type="parTrans" cxnId="{2045C1B2-C837-4567-832E-CAF3820BECF3}">
      <dgm:prSet/>
      <dgm:spPr/>
      <dgm:t>
        <a:bodyPr/>
        <a:lstStyle/>
        <a:p>
          <a:endParaRPr lang="en-US"/>
        </a:p>
      </dgm:t>
    </dgm:pt>
    <dgm:pt modelId="{E37ABF3B-39C3-436E-B384-F1AE62A7B576}" type="sibTrans" cxnId="{2045C1B2-C837-4567-832E-CAF3820BECF3}">
      <dgm:prSet/>
      <dgm:spPr/>
      <dgm:t>
        <a:bodyPr/>
        <a:lstStyle/>
        <a:p>
          <a:endParaRPr lang="en-US"/>
        </a:p>
      </dgm:t>
    </dgm:pt>
    <dgm:pt modelId="{3A890D7D-F06D-4B8E-9C1C-CEEA219066C9}">
      <dgm:prSet/>
      <dgm:spPr/>
      <dgm:t>
        <a:bodyPr/>
        <a:lstStyle/>
        <a:p>
          <a:r>
            <a:rPr lang="en-US"/>
            <a:t>An optional favorites object for the user</a:t>
          </a:r>
        </a:p>
      </dgm:t>
    </dgm:pt>
    <dgm:pt modelId="{ACB824AC-5545-4D6A-A7C9-E0275688717D}" type="parTrans" cxnId="{EE7B6FB0-02E6-4072-8173-07F7B81FFDB7}">
      <dgm:prSet/>
      <dgm:spPr/>
      <dgm:t>
        <a:bodyPr/>
        <a:lstStyle/>
        <a:p>
          <a:endParaRPr lang="en-US"/>
        </a:p>
      </dgm:t>
    </dgm:pt>
    <dgm:pt modelId="{5D9E68C6-05FF-47F1-9A8E-BA3A1899EE9E}" type="sibTrans" cxnId="{EE7B6FB0-02E6-4072-8173-07F7B81FFDB7}">
      <dgm:prSet/>
      <dgm:spPr/>
      <dgm:t>
        <a:bodyPr/>
        <a:lstStyle/>
        <a:p>
          <a:endParaRPr lang="en-US"/>
        </a:p>
      </dgm:t>
    </dgm:pt>
    <dgm:pt modelId="{D4F59BF0-2963-488A-BBF4-58DFEBC715DC}" type="pres">
      <dgm:prSet presAssocID="{D87AA65A-270E-41B0-897E-CF4EB7F43D3E}" presName="linear" presStyleCnt="0">
        <dgm:presLayoutVars>
          <dgm:animLvl val="lvl"/>
          <dgm:resizeHandles val="exact"/>
        </dgm:presLayoutVars>
      </dgm:prSet>
      <dgm:spPr/>
    </dgm:pt>
    <dgm:pt modelId="{BE4668BE-9073-42E5-A05D-CFE204577A33}" type="pres">
      <dgm:prSet presAssocID="{55080365-C8AF-456E-806A-284207B8D27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90695DD-1D09-49C3-A672-AD345B1312B6}" type="pres">
      <dgm:prSet presAssocID="{0AB1ADC5-268F-45B5-91C1-29CACBFE6D9D}" presName="spacer" presStyleCnt="0"/>
      <dgm:spPr/>
    </dgm:pt>
    <dgm:pt modelId="{0A084905-2914-4C21-9B73-0C0C5EE6C3F5}" type="pres">
      <dgm:prSet presAssocID="{6D3FBBAF-18B8-4F19-A783-DAC2E51BC7A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2C13690-3A68-4170-8927-F136A45CC398}" type="pres">
      <dgm:prSet presAssocID="{BC929CAB-94DE-4AE3-A984-FE991BBDA3BD}" presName="spacer" presStyleCnt="0"/>
      <dgm:spPr/>
    </dgm:pt>
    <dgm:pt modelId="{580BE62D-007E-4066-B914-3391D93E3DA7}" type="pres">
      <dgm:prSet presAssocID="{F30F2148-A00D-422A-BBA5-CA3CF7C60E7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6B40225-672F-49F9-A339-65B40E450636}" type="pres">
      <dgm:prSet presAssocID="{B74CF03D-2E8C-4FDB-A238-11337AB4E011}" presName="spacer" presStyleCnt="0"/>
      <dgm:spPr/>
    </dgm:pt>
    <dgm:pt modelId="{4BF73A78-DBB1-42A4-B3B4-F22D1FA5D766}" type="pres">
      <dgm:prSet presAssocID="{5C614832-DA7B-4F6F-BA9A-61801AF397E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7538751-539A-4B4B-A013-29FE9EE55B37}" type="pres">
      <dgm:prSet presAssocID="{E37ABF3B-39C3-436E-B384-F1AE62A7B576}" presName="spacer" presStyleCnt="0"/>
      <dgm:spPr/>
    </dgm:pt>
    <dgm:pt modelId="{CF734664-45E5-4AD8-965D-B34D4FFC495C}" type="pres">
      <dgm:prSet presAssocID="{3A890D7D-F06D-4B8E-9C1C-CEEA219066C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8BB9131-D343-494E-9378-4EBCAB71F1C0}" type="presOf" srcId="{D87AA65A-270E-41B0-897E-CF4EB7F43D3E}" destId="{D4F59BF0-2963-488A-BBF4-58DFEBC715DC}" srcOrd="0" destOrd="0" presId="urn:microsoft.com/office/officeart/2005/8/layout/vList2"/>
    <dgm:cxn modelId="{A2F0E350-65EB-4867-8D55-7488A3302AE1}" srcId="{D87AA65A-270E-41B0-897E-CF4EB7F43D3E}" destId="{6D3FBBAF-18B8-4F19-A783-DAC2E51BC7A2}" srcOrd="1" destOrd="0" parTransId="{142BE2C1-9442-442A-BE47-E4CA64306061}" sibTransId="{BC929CAB-94DE-4AE3-A984-FE991BBDA3BD}"/>
    <dgm:cxn modelId="{B713F980-2EDF-49E9-A375-279E423B20D4}" srcId="{D87AA65A-270E-41B0-897E-CF4EB7F43D3E}" destId="{55080365-C8AF-456E-806A-284207B8D275}" srcOrd="0" destOrd="0" parTransId="{0A7FB46E-D443-49BA-8A1F-398F0E9A485D}" sibTransId="{0AB1ADC5-268F-45B5-91C1-29CACBFE6D9D}"/>
    <dgm:cxn modelId="{86417C8A-D02C-4839-962B-797F9FDECE31}" type="presOf" srcId="{55080365-C8AF-456E-806A-284207B8D275}" destId="{BE4668BE-9073-42E5-A05D-CFE204577A33}" srcOrd="0" destOrd="0" presId="urn:microsoft.com/office/officeart/2005/8/layout/vList2"/>
    <dgm:cxn modelId="{EE7B6FB0-02E6-4072-8173-07F7B81FFDB7}" srcId="{D87AA65A-270E-41B0-897E-CF4EB7F43D3E}" destId="{3A890D7D-F06D-4B8E-9C1C-CEEA219066C9}" srcOrd="4" destOrd="0" parTransId="{ACB824AC-5545-4D6A-A7C9-E0275688717D}" sibTransId="{5D9E68C6-05FF-47F1-9A8E-BA3A1899EE9E}"/>
    <dgm:cxn modelId="{121C76B2-2B84-4116-BCF1-BF731222FCFC}" type="presOf" srcId="{6D3FBBAF-18B8-4F19-A783-DAC2E51BC7A2}" destId="{0A084905-2914-4C21-9B73-0C0C5EE6C3F5}" srcOrd="0" destOrd="0" presId="urn:microsoft.com/office/officeart/2005/8/layout/vList2"/>
    <dgm:cxn modelId="{2045C1B2-C837-4567-832E-CAF3820BECF3}" srcId="{D87AA65A-270E-41B0-897E-CF4EB7F43D3E}" destId="{5C614832-DA7B-4F6F-BA9A-61801AF397E3}" srcOrd="3" destOrd="0" parTransId="{A7BA3266-4542-40CD-B108-721D57B6273A}" sibTransId="{E37ABF3B-39C3-436E-B384-F1AE62A7B576}"/>
    <dgm:cxn modelId="{0D41F2C3-3A2D-48A8-BB52-A886CB506651}" type="presOf" srcId="{F30F2148-A00D-422A-BBA5-CA3CF7C60E71}" destId="{580BE62D-007E-4066-B914-3391D93E3DA7}" srcOrd="0" destOrd="0" presId="urn:microsoft.com/office/officeart/2005/8/layout/vList2"/>
    <dgm:cxn modelId="{4D015ED6-813C-42FD-B963-69619D70AD3C}" type="presOf" srcId="{5C614832-DA7B-4F6F-BA9A-61801AF397E3}" destId="{4BF73A78-DBB1-42A4-B3B4-F22D1FA5D766}" srcOrd="0" destOrd="0" presId="urn:microsoft.com/office/officeart/2005/8/layout/vList2"/>
    <dgm:cxn modelId="{CC3C86ED-CC72-4662-A48F-144F64C0A148}" srcId="{D87AA65A-270E-41B0-897E-CF4EB7F43D3E}" destId="{F30F2148-A00D-422A-BBA5-CA3CF7C60E71}" srcOrd="2" destOrd="0" parTransId="{F833F5E2-BFE1-4E6B-BE78-570EDDD21054}" sibTransId="{B74CF03D-2E8C-4FDB-A238-11337AB4E011}"/>
    <dgm:cxn modelId="{155194F9-CFDF-4B60-9EC7-8F7D886A6411}" type="presOf" srcId="{3A890D7D-F06D-4B8E-9C1C-CEEA219066C9}" destId="{CF734664-45E5-4AD8-965D-B34D4FFC495C}" srcOrd="0" destOrd="0" presId="urn:microsoft.com/office/officeart/2005/8/layout/vList2"/>
    <dgm:cxn modelId="{36D50EA0-AF91-454F-BAD5-F54DC5EC653E}" type="presParOf" srcId="{D4F59BF0-2963-488A-BBF4-58DFEBC715DC}" destId="{BE4668BE-9073-42E5-A05D-CFE204577A33}" srcOrd="0" destOrd="0" presId="urn:microsoft.com/office/officeart/2005/8/layout/vList2"/>
    <dgm:cxn modelId="{A20990B1-A796-4383-A1BD-6766969746B5}" type="presParOf" srcId="{D4F59BF0-2963-488A-BBF4-58DFEBC715DC}" destId="{B90695DD-1D09-49C3-A672-AD345B1312B6}" srcOrd="1" destOrd="0" presId="urn:microsoft.com/office/officeart/2005/8/layout/vList2"/>
    <dgm:cxn modelId="{4D77D1B6-82FA-4572-8624-47233405B702}" type="presParOf" srcId="{D4F59BF0-2963-488A-BBF4-58DFEBC715DC}" destId="{0A084905-2914-4C21-9B73-0C0C5EE6C3F5}" srcOrd="2" destOrd="0" presId="urn:microsoft.com/office/officeart/2005/8/layout/vList2"/>
    <dgm:cxn modelId="{3E47D55E-ACD3-41EC-89F9-FC35EE346B22}" type="presParOf" srcId="{D4F59BF0-2963-488A-BBF4-58DFEBC715DC}" destId="{22C13690-3A68-4170-8927-F136A45CC398}" srcOrd="3" destOrd="0" presId="urn:microsoft.com/office/officeart/2005/8/layout/vList2"/>
    <dgm:cxn modelId="{0BA7BEC3-79C0-4940-971C-CD84D0211FE6}" type="presParOf" srcId="{D4F59BF0-2963-488A-BBF4-58DFEBC715DC}" destId="{580BE62D-007E-4066-B914-3391D93E3DA7}" srcOrd="4" destOrd="0" presId="urn:microsoft.com/office/officeart/2005/8/layout/vList2"/>
    <dgm:cxn modelId="{B1CF65C8-7786-49E1-B462-6E14F21ACF13}" type="presParOf" srcId="{D4F59BF0-2963-488A-BBF4-58DFEBC715DC}" destId="{36B40225-672F-49F9-A339-65B40E450636}" srcOrd="5" destOrd="0" presId="urn:microsoft.com/office/officeart/2005/8/layout/vList2"/>
    <dgm:cxn modelId="{64F75229-5B3C-4271-8FAF-4E6C1D4DC534}" type="presParOf" srcId="{D4F59BF0-2963-488A-BBF4-58DFEBC715DC}" destId="{4BF73A78-DBB1-42A4-B3B4-F22D1FA5D766}" srcOrd="6" destOrd="0" presId="urn:microsoft.com/office/officeart/2005/8/layout/vList2"/>
    <dgm:cxn modelId="{469C8837-AB0E-45D9-A15D-1D5E8C251216}" type="presParOf" srcId="{D4F59BF0-2963-488A-BBF4-58DFEBC715DC}" destId="{57538751-539A-4B4B-A013-29FE9EE55B37}" srcOrd="7" destOrd="0" presId="urn:microsoft.com/office/officeart/2005/8/layout/vList2"/>
    <dgm:cxn modelId="{AD975BA2-A28A-4932-9825-2D077CFD3EF1}" type="presParOf" srcId="{D4F59BF0-2963-488A-BBF4-58DFEBC715DC}" destId="{CF734664-45E5-4AD8-965D-B34D4FFC495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490A6E-A80E-4A86-A4B9-4360DC944754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573DFED-4E57-4C8C-A25E-0EBC8951FAEF}">
      <dgm:prSet/>
      <dgm:spPr/>
      <dgm:t>
        <a:bodyPr/>
        <a:lstStyle/>
        <a:p>
          <a:r>
            <a:rPr lang="en-US"/>
            <a:t>Communication</a:t>
          </a:r>
        </a:p>
      </dgm:t>
    </dgm:pt>
    <dgm:pt modelId="{D70EB694-2FE3-4BB7-B395-5DB36B6C926D}" type="parTrans" cxnId="{CB10CD60-D788-4F79-897F-996602CBC161}">
      <dgm:prSet/>
      <dgm:spPr/>
      <dgm:t>
        <a:bodyPr/>
        <a:lstStyle/>
        <a:p>
          <a:endParaRPr lang="en-US"/>
        </a:p>
      </dgm:t>
    </dgm:pt>
    <dgm:pt modelId="{0F291A30-F0CE-46CE-911D-2A311D5DB578}" type="sibTrans" cxnId="{CB10CD60-D788-4F79-897F-996602CBC161}">
      <dgm:prSet/>
      <dgm:spPr/>
      <dgm:t>
        <a:bodyPr/>
        <a:lstStyle/>
        <a:p>
          <a:endParaRPr lang="en-US"/>
        </a:p>
      </dgm:t>
    </dgm:pt>
    <dgm:pt modelId="{E46CA35C-6E3B-4A2E-AC6F-CC209EBAF007}">
      <dgm:prSet/>
      <dgm:spPr/>
      <dgm:t>
        <a:bodyPr/>
        <a:lstStyle/>
        <a:p>
          <a:r>
            <a:rPr lang="en-US"/>
            <a:t>Goal Setting</a:t>
          </a:r>
        </a:p>
      </dgm:t>
    </dgm:pt>
    <dgm:pt modelId="{8545F642-0BF2-4366-BEDF-36BCF52190CD}" type="parTrans" cxnId="{C6B343D3-6FC4-46D9-B425-27505BDE66B1}">
      <dgm:prSet/>
      <dgm:spPr/>
      <dgm:t>
        <a:bodyPr/>
        <a:lstStyle/>
        <a:p>
          <a:endParaRPr lang="en-US"/>
        </a:p>
      </dgm:t>
    </dgm:pt>
    <dgm:pt modelId="{44CD3A81-4B8C-407C-A5BF-017EC26D05B2}" type="sibTrans" cxnId="{C6B343D3-6FC4-46D9-B425-27505BDE66B1}">
      <dgm:prSet/>
      <dgm:spPr/>
      <dgm:t>
        <a:bodyPr/>
        <a:lstStyle/>
        <a:p>
          <a:endParaRPr lang="en-US"/>
        </a:p>
      </dgm:t>
    </dgm:pt>
    <dgm:pt modelId="{2E574541-ECB0-4732-A1B9-C7C73441C29D}">
      <dgm:prSet/>
      <dgm:spPr/>
      <dgm:t>
        <a:bodyPr/>
        <a:lstStyle/>
        <a:p>
          <a:r>
            <a:rPr lang="en-US"/>
            <a:t>Limited Feedback</a:t>
          </a:r>
        </a:p>
      </dgm:t>
    </dgm:pt>
    <dgm:pt modelId="{143C5374-7050-4EB6-B7AF-B8145FCABDEC}" type="parTrans" cxnId="{EFD36267-3CBE-4970-BBE9-DE2B097F92CF}">
      <dgm:prSet/>
      <dgm:spPr/>
      <dgm:t>
        <a:bodyPr/>
        <a:lstStyle/>
        <a:p>
          <a:endParaRPr lang="en-US"/>
        </a:p>
      </dgm:t>
    </dgm:pt>
    <dgm:pt modelId="{70DAA26C-8EFF-4D3F-8C85-D33F722BB917}" type="sibTrans" cxnId="{EFD36267-3CBE-4970-BBE9-DE2B097F92CF}">
      <dgm:prSet/>
      <dgm:spPr/>
      <dgm:t>
        <a:bodyPr/>
        <a:lstStyle/>
        <a:p>
          <a:endParaRPr lang="en-US"/>
        </a:p>
      </dgm:t>
    </dgm:pt>
    <dgm:pt modelId="{03370F3B-B1C7-45E1-870B-E9B83BBC3CD4}">
      <dgm:prSet/>
      <dgm:spPr/>
      <dgm:t>
        <a:bodyPr/>
        <a:lstStyle/>
        <a:p>
          <a:r>
            <a:rPr lang="en-US"/>
            <a:t>Other Classes</a:t>
          </a:r>
        </a:p>
      </dgm:t>
    </dgm:pt>
    <dgm:pt modelId="{6715B58F-F2EE-439B-AE1A-C3070BF43390}" type="parTrans" cxnId="{7C2C3705-76AB-4ED6-B1C0-4AC08774D3F0}">
      <dgm:prSet/>
      <dgm:spPr/>
      <dgm:t>
        <a:bodyPr/>
        <a:lstStyle/>
        <a:p>
          <a:endParaRPr lang="en-US"/>
        </a:p>
      </dgm:t>
    </dgm:pt>
    <dgm:pt modelId="{7248D842-B723-4260-A16B-6FD91EC4FDD5}" type="sibTrans" cxnId="{7C2C3705-76AB-4ED6-B1C0-4AC08774D3F0}">
      <dgm:prSet/>
      <dgm:spPr/>
      <dgm:t>
        <a:bodyPr/>
        <a:lstStyle/>
        <a:p>
          <a:endParaRPr lang="en-US"/>
        </a:p>
      </dgm:t>
    </dgm:pt>
    <dgm:pt modelId="{808D4855-80AB-47DB-8190-1C486BF41E98}">
      <dgm:prSet/>
      <dgm:spPr/>
      <dgm:t>
        <a:bodyPr/>
        <a:lstStyle/>
        <a:p>
          <a:r>
            <a:rPr lang="en-US"/>
            <a:t>Unfamiliarity of Javascript</a:t>
          </a:r>
        </a:p>
      </dgm:t>
    </dgm:pt>
    <dgm:pt modelId="{507C1F89-3A18-4EEC-A926-FA3A69A6A3F3}" type="parTrans" cxnId="{0174AEF9-CED6-45BD-B1DE-D21DD96A23AD}">
      <dgm:prSet/>
      <dgm:spPr/>
      <dgm:t>
        <a:bodyPr/>
        <a:lstStyle/>
        <a:p>
          <a:endParaRPr lang="en-US"/>
        </a:p>
      </dgm:t>
    </dgm:pt>
    <dgm:pt modelId="{E466D370-D39F-4848-B50F-8224FE6C354E}" type="sibTrans" cxnId="{0174AEF9-CED6-45BD-B1DE-D21DD96A23AD}">
      <dgm:prSet/>
      <dgm:spPr/>
      <dgm:t>
        <a:bodyPr/>
        <a:lstStyle/>
        <a:p>
          <a:endParaRPr lang="en-US"/>
        </a:p>
      </dgm:t>
    </dgm:pt>
    <dgm:pt modelId="{AB5CC8EA-4BBA-4C57-BBCD-5B912F3599C7}">
      <dgm:prSet/>
      <dgm:spPr/>
      <dgm:t>
        <a:bodyPr/>
        <a:lstStyle/>
        <a:p>
          <a:r>
            <a:rPr lang="en-US"/>
            <a:t>Unrestrictive guidelines</a:t>
          </a:r>
        </a:p>
      </dgm:t>
    </dgm:pt>
    <dgm:pt modelId="{C625768C-FBF1-4BF3-A4AD-3009882A2083}" type="parTrans" cxnId="{868ED339-5022-4C0C-9073-C220CF3A531A}">
      <dgm:prSet/>
      <dgm:spPr/>
      <dgm:t>
        <a:bodyPr/>
        <a:lstStyle/>
        <a:p>
          <a:endParaRPr lang="en-US"/>
        </a:p>
      </dgm:t>
    </dgm:pt>
    <dgm:pt modelId="{FF6B60D0-C85B-45EE-917F-47276379A41C}" type="sibTrans" cxnId="{868ED339-5022-4C0C-9073-C220CF3A531A}">
      <dgm:prSet/>
      <dgm:spPr/>
      <dgm:t>
        <a:bodyPr/>
        <a:lstStyle/>
        <a:p>
          <a:endParaRPr lang="en-US"/>
        </a:p>
      </dgm:t>
    </dgm:pt>
    <dgm:pt modelId="{6A3A37F8-0F1E-4E46-B73E-DDFD873498E4}" type="pres">
      <dgm:prSet presAssocID="{D4490A6E-A80E-4A86-A4B9-4360DC944754}" presName="vert0" presStyleCnt="0">
        <dgm:presLayoutVars>
          <dgm:dir/>
          <dgm:animOne val="branch"/>
          <dgm:animLvl val="lvl"/>
        </dgm:presLayoutVars>
      </dgm:prSet>
      <dgm:spPr/>
    </dgm:pt>
    <dgm:pt modelId="{E1D737F5-2108-4CB8-9D1C-4574BE91863A}" type="pres">
      <dgm:prSet presAssocID="{E573DFED-4E57-4C8C-A25E-0EBC8951FAEF}" presName="thickLine" presStyleLbl="alignNode1" presStyleIdx="0" presStyleCnt="6"/>
      <dgm:spPr/>
    </dgm:pt>
    <dgm:pt modelId="{292FEE5D-A6FB-461C-92FD-117734A20535}" type="pres">
      <dgm:prSet presAssocID="{E573DFED-4E57-4C8C-A25E-0EBC8951FAEF}" presName="horz1" presStyleCnt="0"/>
      <dgm:spPr/>
    </dgm:pt>
    <dgm:pt modelId="{B44CE9C8-4151-4916-A7F9-5788159A995F}" type="pres">
      <dgm:prSet presAssocID="{E573DFED-4E57-4C8C-A25E-0EBC8951FAEF}" presName="tx1" presStyleLbl="revTx" presStyleIdx="0" presStyleCnt="6"/>
      <dgm:spPr/>
    </dgm:pt>
    <dgm:pt modelId="{3FB2E1B0-09F8-4E9B-9178-CB7E25C259BA}" type="pres">
      <dgm:prSet presAssocID="{E573DFED-4E57-4C8C-A25E-0EBC8951FAEF}" presName="vert1" presStyleCnt="0"/>
      <dgm:spPr/>
    </dgm:pt>
    <dgm:pt modelId="{64D96990-C1E6-4941-90AD-554ABCEDFF42}" type="pres">
      <dgm:prSet presAssocID="{E46CA35C-6E3B-4A2E-AC6F-CC209EBAF007}" presName="thickLine" presStyleLbl="alignNode1" presStyleIdx="1" presStyleCnt="6"/>
      <dgm:spPr/>
    </dgm:pt>
    <dgm:pt modelId="{96A90139-7869-454A-90A9-65431225E138}" type="pres">
      <dgm:prSet presAssocID="{E46CA35C-6E3B-4A2E-AC6F-CC209EBAF007}" presName="horz1" presStyleCnt="0"/>
      <dgm:spPr/>
    </dgm:pt>
    <dgm:pt modelId="{F2995AFE-A1A9-4980-9382-D182C1D909CC}" type="pres">
      <dgm:prSet presAssocID="{E46CA35C-6E3B-4A2E-AC6F-CC209EBAF007}" presName="tx1" presStyleLbl="revTx" presStyleIdx="1" presStyleCnt="6"/>
      <dgm:spPr/>
    </dgm:pt>
    <dgm:pt modelId="{071C95DA-64FC-44A6-A124-92AEA8368779}" type="pres">
      <dgm:prSet presAssocID="{E46CA35C-6E3B-4A2E-AC6F-CC209EBAF007}" presName="vert1" presStyleCnt="0"/>
      <dgm:spPr/>
    </dgm:pt>
    <dgm:pt modelId="{1FB250CD-B5DC-486C-AE56-366C8777C275}" type="pres">
      <dgm:prSet presAssocID="{2E574541-ECB0-4732-A1B9-C7C73441C29D}" presName="thickLine" presStyleLbl="alignNode1" presStyleIdx="2" presStyleCnt="6"/>
      <dgm:spPr/>
    </dgm:pt>
    <dgm:pt modelId="{B4C8EF95-3FCA-4263-887D-D4454A0F41E1}" type="pres">
      <dgm:prSet presAssocID="{2E574541-ECB0-4732-A1B9-C7C73441C29D}" presName="horz1" presStyleCnt="0"/>
      <dgm:spPr/>
    </dgm:pt>
    <dgm:pt modelId="{C408E443-1DC1-4E59-94CA-769B1A163E2E}" type="pres">
      <dgm:prSet presAssocID="{2E574541-ECB0-4732-A1B9-C7C73441C29D}" presName="tx1" presStyleLbl="revTx" presStyleIdx="2" presStyleCnt="6"/>
      <dgm:spPr/>
    </dgm:pt>
    <dgm:pt modelId="{F522C7DA-8B9B-4565-8F04-B2F21B702095}" type="pres">
      <dgm:prSet presAssocID="{2E574541-ECB0-4732-A1B9-C7C73441C29D}" presName="vert1" presStyleCnt="0"/>
      <dgm:spPr/>
    </dgm:pt>
    <dgm:pt modelId="{9228ACBC-20A4-4C7A-AD03-07AFB878D6C2}" type="pres">
      <dgm:prSet presAssocID="{03370F3B-B1C7-45E1-870B-E9B83BBC3CD4}" presName="thickLine" presStyleLbl="alignNode1" presStyleIdx="3" presStyleCnt="6"/>
      <dgm:spPr/>
    </dgm:pt>
    <dgm:pt modelId="{777CDE96-DE6C-48ED-BC0C-2E0B15BE9FD5}" type="pres">
      <dgm:prSet presAssocID="{03370F3B-B1C7-45E1-870B-E9B83BBC3CD4}" presName="horz1" presStyleCnt="0"/>
      <dgm:spPr/>
    </dgm:pt>
    <dgm:pt modelId="{10C30421-05B0-4BEB-A445-F7765BF30232}" type="pres">
      <dgm:prSet presAssocID="{03370F3B-B1C7-45E1-870B-E9B83BBC3CD4}" presName="tx1" presStyleLbl="revTx" presStyleIdx="3" presStyleCnt="6"/>
      <dgm:spPr/>
    </dgm:pt>
    <dgm:pt modelId="{528D40BF-60E5-4C0C-9762-9167EDDDF38E}" type="pres">
      <dgm:prSet presAssocID="{03370F3B-B1C7-45E1-870B-E9B83BBC3CD4}" presName="vert1" presStyleCnt="0"/>
      <dgm:spPr/>
    </dgm:pt>
    <dgm:pt modelId="{CBE6BDE5-989B-4832-9FFA-BBAB12997242}" type="pres">
      <dgm:prSet presAssocID="{808D4855-80AB-47DB-8190-1C486BF41E98}" presName="thickLine" presStyleLbl="alignNode1" presStyleIdx="4" presStyleCnt="6"/>
      <dgm:spPr/>
    </dgm:pt>
    <dgm:pt modelId="{FF55A447-504F-41AF-8697-E778957DF912}" type="pres">
      <dgm:prSet presAssocID="{808D4855-80AB-47DB-8190-1C486BF41E98}" presName="horz1" presStyleCnt="0"/>
      <dgm:spPr/>
    </dgm:pt>
    <dgm:pt modelId="{296BE7E5-C91E-45F2-8517-D12980D42AA7}" type="pres">
      <dgm:prSet presAssocID="{808D4855-80AB-47DB-8190-1C486BF41E98}" presName="tx1" presStyleLbl="revTx" presStyleIdx="4" presStyleCnt="6"/>
      <dgm:spPr/>
    </dgm:pt>
    <dgm:pt modelId="{07836596-563C-4C39-9C04-574C4510130D}" type="pres">
      <dgm:prSet presAssocID="{808D4855-80AB-47DB-8190-1C486BF41E98}" presName="vert1" presStyleCnt="0"/>
      <dgm:spPr/>
    </dgm:pt>
    <dgm:pt modelId="{D9880193-62E6-4318-A50E-D0EB4E7AB20A}" type="pres">
      <dgm:prSet presAssocID="{AB5CC8EA-4BBA-4C57-BBCD-5B912F3599C7}" presName="thickLine" presStyleLbl="alignNode1" presStyleIdx="5" presStyleCnt="6"/>
      <dgm:spPr/>
    </dgm:pt>
    <dgm:pt modelId="{71855790-178E-46D8-AA50-8DAE02BE948D}" type="pres">
      <dgm:prSet presAssocID="{AB5CC8EA-4BBA-4C57-BBCD-5B912F3599C7}" presName="horz1" presStyleCnt="0"/>
      <dgm:spPr/>
    </dgm:pt>
    <dgm:pt modelId="{3CF91DC5-64A7-4EC6-8068-33AF7BDA6AA1}" type="pres">
      <dgm:prSet presAssocID="{AB5CC8EA-4BBA-4C57-BBCD-5B912F3599C7}" presName="tx1" presStyleLbl="revTx" presStyleIdx="5" presStyleCnt="6"/>
      <dgm:spPr/>
    </dgm:pt>
    <dgm:pt modelId="{433753E3-AB8B-484B-829B-DD2EC821576D}" type="pres">
      <dgm:prSet presAssocID="{AB5CC8EA-4BBA-4C57-BBCD-5B912F3599C7}" presName="vert1" presStyleCnt="0"/>
      <dgm:spPr/>
    </dgm:pt>
  </dgm:ptLst>
  <dgm:cxnLst>
    <dgm:cxn modelId="{7C2C3705-76AB-4ED6-B1C0-4AC08774D3F0}" srcId="{D4490A6E-A80E-4A86-A4B9-4360DC944754}" destId="{03370F3B-B1C7-45E1-870B-E9B83BBC3CD4}" srcOrd="3" destOrd="0" parTransId="{6715B58F-F2EE-439B-AE1A-C3070BF43390}" sibTransId="{7248D842-B723-4260-A16B-6FD91EC4FDD5}"/>
    <dgm:cxn modelId="{4F246208-F61C-4F55-ACAB-7CD108C63B00}" type="presOf" srcId="{E573DFED-4E57-4C8C-A25E-0EBC8951FAEF}" destId="{B44CE9C8-4151-4916-A7F9-5788159A995F}" srcOrd="0" destOrd="0" presId="urn:microsoft.com/office/officeart/2008/layout/LinedList"/>
    <dgm:cxn modelId="{E623380B-C307-4D8A-8966-17157B059A29}" type="presOf" srcId="{D4490A6E-A80E-4A86-A4B9-4360DC944754}" destId="{6A3A37F8-0F1E-4E46-B73E-DDFD873498E4}" srcOrd="0" destOrd="0" presId="urn:microsoft.com/office/officeart/2008/layout/LinedList"/>
    <dgm:cxn modelId="{D4343E0B-B7C1-4AE8-9B07-1EA7AE8BC8B0}" type="presOf" srcId="{808D4855-80AB-47DB-8190-1C486BF41E98}" destId="{296BE7E5-C91E-45F2-8517-D12980D42AA7}" srcOrd="0" destOrd="0" presId="urn:microsoft.com/office/officeart/2008/layout/LinedList"/>
    <dgm:cxn modelId="{C508E31B-E8FA-467C-8F1A-F3A6DB4963F1}" type="presOf" srcId="{E46CA35C-6E3B-4A2E-AC6F-CC209EBAF007}" destId="{F2995AFE-A1A9-4980-9382-D182C1D909CC}" srcOrd="0" destOrd="0" presId="urn:microsoft.com/office/officeart/2008/layout/LinedList"/>
    <dgm:cxn modelId="{868ED339-5022-4C0C-9073-C220CF3A531A}" srcId="{D4490A6E-A80E-4A86-A4B9-4360DC944754}" destId="{AB5CC8EA-4BBA-4C57-BBCD-5B912F3599C7}" srcOrd="5" destOrd="0" parTransId="{C625768C-FBF1-4BF3-A4AD-3009882A2083}" sibTransId="{FF6B60D0-C85B-45EE-917F-47276379A41C}"/>
    <dgm:cxn modelId="{CB10CD60-D788-4F79-897F-996602CBC161}" srcId="{D4490A6E-A80E-4A86-A4B9-4360DC944754}" destId="{E573DFED-4E57-4C8C-A25E-0EBC8951FAEF}" srcOrd="0" destOrd="0" parTransId="{D70EB694-2FE3-4BB7-B395-5DB36B6C926D}" sibTransId="{0F291A30-F0CE-46CE-911D-2A311D5DB578}"/>
    <dgm:cxn modelId="{F6768742-9594-4369-A238-EBC513F26C84}" type="presOf" srcId="{2E574541-ECB0-4732-A1B9-C7C73441C29D}" destId="{C408E443-1DC1-4E59-94CA-769B1A163E2E}" srcOrd="0" destOrd="0" presId="urn:microsoft.com/office/officeart/2008/layout/LinedList"/>
    <dgm:cxn modelId="{EFD36267-3CBE-4970-BBE9-DE2B097F92CF}" srcId="{D4490A6E-A80E-4A86-A4B9-4360DC944754}" destId="{2E574541-ECB0-4732-A1B9-C7C73441C29D}" srcOrd="2" destOrd="0" parTransId="{143C5374-7050-4EB6-B7AF-B8145FCABDEC}" sibTransId="{70DAA26C-8EFF-4D3F-8C85-D33F722BB917}"/>
    <dgm:cxn modelId="{CC61609F-B10C-435B-B496-E10D641DDB3D}" type="presOf" srcId="{AB5CC8EA-4BBA-4C57-BBCD-5B912F3599C7}" destId="{3CF91DC5-64A7-4EC6-8068-33AF7BDA6AA1}" srcOrd="0" destOrd="0" presId="urn:microsoft.com/office/officeart/2008/layout/LinedList"/>
    <dgm:cxn modelId="{C6B343D3-6FC4-46D9-B425-27505BDE66B1}" srcId="{D4490A6E-A80E-4A86-A4B9-4360DC944754}" destId="{E46CA35C-6E3B-4A2E-AC6F-CC209EBAF007}" srcOrd="1" destOrd="0" parTransId="{8545F642-0BF2-4366-BEDF-36BCF52190CD}" sibTransId="{44CD3A81-4B8C-407C-A5BF-017EC26D05B2}"/>
    <dgm:cxn modelId="{4C3FECDA-6914-41C6-BFFA-FE8EDEB075FB}" type="presOf" srcId="{03370F3B-B1C7-45E1-870B-E9B83BBC3CD4}" destId="{10C30421-05B0-4BEB-A445-F7765BF30232}" srcOrd="0" destOrd="0" presId="urn:microsoft.com/office/officeart/2008/layout/LinedList"/>
    <dgm:cxn modelId="{0174AEF9-CED6-45BD-B1DE-D21DD96A23AD}" srcId="{D4490A6E-A80E-4A86-A4B9-4360DC944754}" destId="{808D4855-80AB-47DB-8190-1C486BF41E98}" srcOrd="4" destOrd="0" parTransId="{507C1F89-3A18-4EEC-A926-FA3A69A6A3F3}" sibTransId="{E466D370-D39F-4848-B50F-8224FE6C354E}"/>
    <dgm:cxn modelId="{65317A2C-F278-4C6A-9A2E-A358BE9239F2}" type="presParOf" srcId="{6A3A37F8-0F1E-4E46-B73E-DDFD873498E4}" destId="{E1D737F5-2108-4CB8-9D1C-4574BE91863A}" srcOrd="0" destOrd="0" presId="urn:microsoft.com/office/officeart/2008/layout/LinedList"/>
    <dgm:cxn modelId="{CC6DAF11-15D8-472F-B02D-4C37D20C59CC}" type="presParOf" srcId="{6A3A37F8-0F1E-4E46-B73E-DDFD873498E4}" destId="{292FEE5D-A6FB-461C-92FD-117734A20535}" srcOrd="1" destOrd="0" presId="urn:microsoft.com/office/officeart/2008/layout/LinedList"/>
    <dgm:cxn modelId="{BD38B737-B484-4ECB-8D47-9DFD07A28D6B}" type="presParOf" srcId="{292FEE5D-A6FB-461C-92FD-117734A20535}" destId="{B44CE9C8-4151-4916-A7F9-5788159A995F}" srcOrd="0" destOrd="0" presId="urn:microsoft.com/office/officeart/2008/layout/LinedList"/>
    <dgm:cxn modelId="{676279C5-BA40-48C7-8E89-5C5BFF5B6D95}" type="presParOf" srcId="{292FEE5D-A6FB-461C-92FD-117734A20535}" destId="{3FB2E1B0-09F8-4E9B-9178-CB7E25C259BA}" srcOrd="1" destOrd="0" presId="urn:microsoft.com/office/officeart/2008/layout/LinedList"/>
    <dgm:cxn modelId="{74901270-CAF1-4CB7-A0CB-6DB43A3402E5}" type="presParOf" srcId="{6A3A37F8-0F1E-4E46-B73E-DDFD873498E4}" destId="{64D96990-C1E6-4941-90AD-554ABCEDFF42}" srcOrd="2" destOrd="0" presId="urn:microsoft.com/office/officeart/2008/layout/LinedList"/>
    <dgm:cxn modelId="{64E9F347-9C29-4764-9B58-77B7DB294DCD}" type="presParOf" srcId="{6A3A37F8-0F1E-4E46-B73E-DDFD873498E4}" destId="{96A90139-7869-454A-90A9-65431225E138}" srcOrd="3" destOrd="0" presId="urn:microsoft.com/office/officeart/2008/layout/LinedList"/>
    <dgm:cxn modelId="{FDCC0513-C822-484D-9BB0-AB1331714C12}" type="presParOf" srcId="{96A90139-7869-454A-90A9-65431225E138}" destId="{F2995AFE-A1A9-4980-9382-D182C1D909CC}" srcOrd="0" destOrd="0" presId="urn:microsoft.com/office/officeart/2008/layout/LinedList"/>
    <dgm:cxn modelId="{12E95E08-9BD8-412C-9918-A7E548B0833F}" type="presParOf" srcId="{96A90139-7869-454A-90A9-65431225E138}" destId="{071C95DA-64FC-44A6-A124-92AEA8368779}" srcOrd="1" destOrd="0" presId="urn:microsoft.com/office/officeart/2008/layout/LinedList"/>
    <dgm:cxn modelId="{D0DCAF2E-8856-4703-BFC9-6BFBC7374082}" type="presParOf" srcId="{6A3A37F8-0F1E-4E46-B73E-DDFD873498E4}" destId="{1FB250CD-B5DC-486C-AE56-366C8777C275}" srcOrd="4" destOrd="0" presId="urn:microsoft.com/office/officeart/2008/layout/LinedList"/>
    <dgm:cxn modelId="{44737FA9-8FEB-456B-9788-482753EBA1EF}" type="presParOf" srcId="{6A3A37F8-0F1E-4E46-B73E-DDFD873498E4}" destId="{B4C8EF95-3FCA-4263-887D-D4454A0F41E1}" srcOrd="5" destOrd="0" presId="urn:microsoft.com/office/officeart/2008/layout/LinedList"/>
    <dgm:cxn modelId="{961B56FF-702D-46BC-A2A7-EDA563A1077A}" type="presParOf" srcId="{B4C8EF95-3FCA-4263-887D-D4454A0F41E1}" destId="{C408E443-1DC1-4E59-94CA-769B1A163E2E}" srcOrd="0" destOrd="0" presId="urn:microsoft.com/office/officeart/2008/layout/LinedList"/>
    <dgm:cxn modelId="{EC7FD4BD-4566-4ADE-9814-FE0A97E316B5}" type="presParOf" srcId="{B4C8EF95-3FCA-4263-887D-D4454A0F41E1}" destId="{F522C7DA-8B9B-4565-8F04-B2F21B702095}" srcOrd="1" destOrd="0" presId="urn:microsoft.com/office/officeart/2008/layout/LinedList"/>
    <dgm:cxn modelId="{CDD0F40B-4157-4E76-8536-D18A2E682D7E}" type="presParOf" srcId="{6A3A37F8-0F1E-4E46-B73E-DDFD873498E4}" destId="{9228ACBC-20A4-4C7A-AD03-07AFB878D6C2}" srcOrd="6" destOrd="0" presId="urn:microsoft.com/office/officeart/2008/layout/LinedList"/>
    <dgm:cxn modelId="{2BA00087-B1D1-4844-A335-278D23C7E48E}" type="presParOf" srcId="{6A3A37F8-0F1E-4E46-B73E-DDFD873498E4}" destId="{777CDE96-DE6C-48ED-BC0C-2E0B15BE9FD5}" srcOrd="7" destOrd="0" presId="urn:microsoft.com/office/officeart/2008/layout/LinedList"/>
    <dgm:cxn modelId="{9FF03C89-A004-4562-9705-CAF3CF0C8A75}" type="presParOf" srcId="{777CDE96-DE6C-48ED-BC0C-2E0B15BE9FD5}" destId="{10C30421-05B0-4BEB-A445-F7765BF30232}" srcOrd="0" destOrd="0" presId="urn:microsoft.com/office/officeart/2008/layout/LinedList"/>
    <dgm:cxn modelId="{3AA735EB-BFD6-4E55-9AF2-28EA85CA2BB0}" type="presParOf" srcId="{777CDE96-DE6C-48ED-BC0C-2E0B15BE9FD5}" destId="{528D40BF-60E5-4C0C-9762-9167EDDDF38E}" srcOrd="1" destOrd="0" presId="urn:microsoft.com/office/officeart/2008/layout/LinedList"/>
    <dgm:cxn modelId="{3BFE8B17-6CDF-492A-85EE-3C53AA17E7AB}" type="presParOf" srcId="{6A3A37F8-0F1E-4E46-B73E-DDFD873498E4}" destId="{CBE6BDE5-989B-4832-9FFA-BBAB12997242}" srcOrd="8" destOrd="0" presId="urn:microsoft.com/office/officeart/2008/layout/LinedList"/>
    <dgm:cxn modelId="{B2EE737E-4E90-41C9-95F1-5ABACFECDA9E}" type="presParOf" srcId="{6A3A37F8-0F1E-4E46-B73E-DDFD873498E4}" destId="{FF55A447-504F-41AF-8697-E778957DF912}" srcOrd="9" destOrd="0" presId="urn:microsoft.com/office/officeart/2008/layout/LinedList"/>
    <dgm:cxn modelId="{5FEA5160-8A60-46B8-8700-FC54F3C4AD8E}" type="presParOf" srcId="{FF55A447-504F-41AF-8697-E778957DF912}" destId="{296BE7E5-C91E-45F2-8517-D12980D42AA7}" srcOrd="0" destOrd="0" presId="urn:microsoft.com/office/officeart/2008/layout/LinedList"/>
    <dgm:cxn modelId="{6EBD2C92-97F8-4C20-BDA4-17A1082AD115}" type="presParOf" srcId="{FF55A447-504F-41AF-8697-E778957DF912}" destId="{07836596-563C-4C39-9C04-574C4510130D}" srcOrd="1" destOrd="0" presId="urn:microsoft.com/office/officeart/2008/layout/LinedList"/>
    <dgm:cxn modelId="{F9369606-A58D-45AE-B2F8-2F3C3DA20E10}" type="presParOf" srcId="{6A3A37F8-0F1E-4E46-B73E-DDFD873498E4}" destId="{D9880193-62E6-4318-A50E-D0EB4E7AB20A}" srcOrd="10" destOrd="0" presId="urn:microsoft.com/office/officeart/2008/layout/LinedList"/>
    <dgm:cxn modelId="{57732C22-C81C-44BF-B89C-1C1932687E03}" type="presParOf" srcId="{6A3A37F8-0F1E-4E46-B73E-DDFD873498E4}" destId="{71855790-178E-46D8-AA50-8DAE02BE948D}" srcOrd="11" destOrd="0" presId="urn:microsoft.com/office/officeart/2008/layout/LinedList"/>
    <dgm:cxn modelId="{C268C51A-C00E-4E68-AF5E-0EAACCB70515}" type="presParOf" srcId="{71855790-178E-46D8-AA50-8DAE02BE948D}" destId="{3CF91DC5-64A7-4EC6-8068-33AF7BDA6AA1}" srcOrd="0" destOrd="0" presId="urn:microsoft.com/office/officeart/2008/layout/LinedList"/>
    <dgm:cxn modelId="{F860A6D3-03E3-4139-BF26-A765A971AC9C}" type="presParOf" srcId="{71855790-178E-46D8-AA50-8DAE02BE948D}" destId="{433753E3-AB8B-484B-829B-DD2EC821576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1632AF-BBBB-4F01-B76B-78AC1C2DC199}">
      <dsp:nvSpPr>
        <dsp:cNvPr id="0" name=""/>
        <dsp:cNvSpPr/>
      </dsp:nvSpPr>
      <dsp:spPr>
        <a:xfrm>
          <a:off x="0" y="469497"/>
          <a:ext cx="6046132" cy="1148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9247" tIns="562356" rIns="469247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Defined by user query </a:t>
          </a:r>
        </a:p>
      </dsp:txBody>
      <dsp:txXfrm>
        <a:off x="0" y="469497"/>
        <a:ext cx="6046132" cy="1148175"/>
      </dsp:txXfrm>
    </dsp:sp>
    <dsp:sp modelId="{23321DA7-3CC2-4A97-8769-594EFA1C3BDE}">
      <dsp:nvSpPr>
        <dsp:cNvPr id="0" name=""/>
        <dsp:cNvSpPr/>
      </dsp:nvSpPr>
      <dsp:spPr>
        <a:xfrm>
          <a:off x="302306" y="70977"/>
          <a:ext cx="4232293" cy="7970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9971" tIns="0" rIns="159971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Sending a request</a:t>
          </a:r>
        </a:p>
      </dsp:txBody>
      <dsp:txXfrm>
        <a:off x="341214" y="109885"/>
        <a:ext cx="4154477" cy="719224"/>
      </dsp:txXfrm>
    </dsp:sp>
    <dsp:sp modelId="{AD79E3D5-7131-47F0-A2E6-CA1E6B56276A}">
      <dsp:nvSpPr>
        <dsp:cNvPr id="0" name=""/>
        <dsp:cNvSpPr/>
      </dsp:nvSpPr>
      <dsp:spPr>
        <a:xfrm>
          <a:off x="0" y="2161993"/>
          <a:ext cx="6046132" cy="1148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-337983"/>
              <a:satOff val="-9047"/>
              <a:lumOff val="-313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9247" tIns="562356" rIns="469247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Possible Segmentation</a:t>
          </a:r>
        </a:p>
      </dsp:txBody>
      <dsp:txXfrm>
        <a:off x="0" y="2161993"/>
        <a:ext cx="6046132" cy="1148175"/>
      </dsp:txXfrm>
    </dsp:sp>
    <dsp:sp modelId="{62E02E45-6ADA-4CA5-A252-9C795656A538}">
      <dsp:nvSpPr>
        <dsp:cNvPr id="0" name=""/>
        <dsp:cNvSpPr/>
      </dsp:nvSpPr>
      <dsp:spPr>
        <a:xfrm>
          <a:off x="302306" y="1763473"/>
          <a:ext cx="4232293" cy="797040"/>
        </a:xfrm>
        <a:prstGeom prst="roundRect">
          <a:avLst/>
        </a:prstGeom>
        <a:gradFill rotWithShape="0">
          <a:gsLst>
            <a:gs pos="0">
              <a:schemeClr val="accent5">
                <a:hueOff val="-337983"/>
                <a:satOff val="-9047"/>
                <a:lumOff val="-3139"/>
                <a:alphaOff val="0"/>
                <a:tint val="96000"/>
                <a:lumMod val="104000"/>
              </a:schemeClr>
            </a:gs>
            <a:gs pos="100000">
              <a:schemeClr val="accent5">
                <a:hueOff val="-337983"/>
                <a:satOff val="-9047"/>
                <a:lumOff val="-3139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9971" tIns="0" rIns="159971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Data is sent back</a:t>
          </a:r>
        </a:p>
      </dsp:txBody>
      <dsp:txXfrm>
        <a:off x="341214" y="1802381"/>
        <a:ext cx="4154477" cy="719224"/>
      </dsp:txXfrm>
    </dsp:sp>
    <dsp:sp modelId="{20395702-9AE6-4E25-B354-C999B6D8E087}">
      <dsp:nvSpPr>
        <dsp:cNvPr id="0" name=""/>
        <dsp:cNvSpPr/>
      </dsp:nvSpPr>
      <dsp:spPr>
        <a:xfrm>
          <a:off x="0" y="3854488"/>
          <a:ext cx="6046132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-675965"/>
              <a:satOff val="-18095"/>
              <a:lumOff val="-627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EA7DF0-2EB9-47DE-90A9-800F0044361C}">
      <dsp:nvSpPr>
        <dsp:cNvPr id="0" name=""/>
        <dsp:cNvSpPr/>
      </dsp:nvSpPr>
      <dsp:spPr>
        <a:xfrm>
          <a:off x="302306" y="3455968"/>
          <a:ext cx="4232293" cy="797040"/>
        </a:xfrm>
        <a:prstGeom prst="roundRect">
          <a:avLst/>
        </a:prstGeom>
        <a:gradFill rotWithShape="0">
          <a:gsLst>
            <a:gs pos="0">
              <a:schemeClr val="accent5">
                <a:hueOff val="-675965"/>
                <a:satOff val="-18095"/>
                <a:lumOff val="-6277"/>
                <a:alphaOff val="0"/>
                <a:tint val="96000"/>
                <a:lumMod val="104000"/>
              </a:schemeClr>
            </a:gs>
            <a:gs pos="100000">
              <a:schemeClr val="accent5">
                <a:hueOff val="-675965"/>
                <a:satOff val="-18095"/>
                <a:lumOff val="-6277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9971" tIns="0" rIns="159971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Display Results</a:t>
          </a:r>
        </a:p>
      </dsp:txBody>
      <dsp:txXfrm>
        <a:off x="341214" y="3494876"/>
        <a:ext cx="4154477" cy="7192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4668BE-9073-42E5-A05D-CFE204577A33}">
      <dsp:nvSpPr>
        <dsp:cNvPr id="0" name=""/>
        <dsp:cNvSpPr/>
      </dsp:nvSpPr>
      <dsp:spPr>
        <a:xfrm>
          <a:off x="0" y="96402"/>
          <a:ext cx="6046132" cy="8342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User created object</a:t>
          </a:r>
        </a:p>
      </dsp:txBody>
      <dsp:txXfrm>
        <a:off x="40724" y="137126"/>
        <a:ext cx="5964684" cy="752780"/>
      </dsp:txXfrm>
    </dsp:sp>
    <dsp:sp modelId="{0A084905-2914-4C21-9B73-0C0C5EE6C3F5}">
      <dsp:nvSpPr>
        <dsp:cNvPr id="0" name=""/>
        <dsp:cNvSpPr/>
      </dsp:nvSpPr>
      <dsp:spPr>
        <a:xfrm>
          <a:off x="0" y="991110"/>
          <a:ext cx="6046132" cy="834228"/>
        </a:xfrm>
        <a:prstGeom prst="roundRect">
          <a:avLst/>
        </a:prstGeom>
        <a:gradFill rotWithShape="0">
          <a:gsLst>
            <a:gs pos="0">
              <a:schemeClr val="accent2">
                <a:hueOff val="-122719"/>
                <a:satOff val="9703"/>
                <a:lumOff val="-196"/>
                <a:alphaOff val="0"/>
                <a:tint val="96000"/>
                <a:lumMod val="104000"/>
              </a:schemeClr>
            </a:gs>
            <a:gs pos="100000">
              <a:schemeClr val="accent2">
                <a:hueOff val="-122719"/>
                <a:satOff val="9703"/>
                <a:lumOff val="-196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 data is stored, until User decision</a:t>
          </a:r>
        </a:p>
      </dsp:txBody>
      <dsp:txXfrm>
        <a:off x="40724" y="1031834"/>
        <a:ext cx="5964684" cy="752780"/>
      </dsp:txXfrm>
    </dsp:sp>
    <dsp:sp modelId="{580BE62D-007E-4066-B914-3391D93E3DA7}">
      <dsp:nvSpPr>
        <dsp:cNvPr id="0" name=""/>
        <dsp:cNvSpPr/>
      </dsp:nvSpPr>
      <dsp:spPr>
        <a:xfrm>
          <a:off x="0" y="1885818"/>
          <a:ext cx="6046132" cy="834228"/>
        </a:xfrm>
        <a:prstGeom prst="roundRect">
          <a:avLst/>
        </a:prstGeom>
        <a:gradFill rotWithShape="0">
          <a:gsLst>
            <a:gs pos="0">
              <a:schemeClr val="accent2">
                <a:hueOff val="-245438"/>
                <a:satOff val="19406"/>
                <a:lumOff val="-392"/>
                <a:alphaOff val="0"/>
                <a:tint val="96000"/>
                <a:lumMod val="104000"/>
              </a:schemeClr>
            </a:gs>
            <a:gs pos="100000">
              <a:schemeClr val="accent2">
                <a:hueOff val="-245438"/>
                <a:satOff val="19406"/>
                <a:lumOff val="-392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Store the user selection into a user created deck</a:t>
          </a:r>
        </a:p>
      </dsp:txBody>
      <dsp:txXfrm>
        <a:off x="40724" y="1926542"/>
        <a:ext cx="5964684" cy="752780"/>
      </dsp:txXfrm>
    </dsp:sp>
    <dsp:sp modelId="{4BF73A78-DBB1-42A4-B3B4-F22D1FA5D766}">
      <dsp:nvSpPr>
        <dsp:cNvPr id="0" name=""/>
        <dsp:cNvSpPr/>
      </dsp:nvSpPr>
      <dsp:spPr>
        <a:xfrm>
          <a:off x="0" y="2780527"/>
          <a:ext cx="6046132" cy="834228"/>
        </a:xfrm>
        <a:prstGeom prst="roundRect">
          <a:avLst/>
        </a:prstGeom>
        <a:gradFill rotWithShape="0">
          <a:gsLst>
            <a:gs pos="0">
              <a:schemeClr val="accent2">
                <a:hueOff val="-368156"/>
                <a:satOff val="29109"/>
                <a:lumOff val="-588"/>
                <a:alphaOff val="0"/>
                <a:tint val="96000"/>
                <a:lumMod val="104000"/>
              </a:schemeClr>
            </a:gs>
            <a:gs pos="100000">
              <a:schemeClr val="accent2">
                <a:hueOff val="-368156"/>
                <a:satOff val="29109"/>
                <a:lumOff val="-588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Several decks are stored</a:t>
          </a:r>
        </a:p>
      </dsp:txBody>
      <dsp:txXfrm>
        <a:off x="40724" y="2821251"/>
        <a:ext cx="5964684" cy="752780"/>
      </dsp:txXfrm>
    </dsp:sp>
    <dsp:sp modelId="{CF734664-45E5-4AD8-965D-B34D4FFC495C}">
      <dsp:nvSpPr>
        <dsp:cNvPr id="0" name=""/>
        <dsp:cNvSpPr/>
      </dsp:nvSpPr>
      <dsp:spPr>
        <a:xfrm>
          <a:off x="0" y="3675235"/>
          <a:ext cx="6046132" cy="834228"/>
        </a:xfrm>
        <a:prstGeom prst="roundRect">
          <a:avLst/>
        </a:prstGeom>
        <a:gradFill rotWithShape="0">
          <a:gsLst>
            <a:gs pos="0">
              <a:schemeClr val="accent2">
                <a:hueOff val="-490875"/>
                <a:satOff val="38812"/>
                <a:lumOff val="-784"/>
                <a:alphaOff val="0"/>
                <a:tint val="96000"/>
                <a:lumMod val="104000"/>
              </a:schemeClr>
            </a:gs>
            <a:gs pos="100000">
              <a:schemeClr val="accent2">
                <a:hueOff val="-490875"/>
                <a:satOff val="38812"/>
                <a:lumOff val="-784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An optional favorites object for the user</a:t>
          </a:r>
        </a:p>
      </dsp:txBody>
      <dsp:txXfrm>
        <a:off x="40724" y="3715959"/>
        <a:ext cx="5964684" cy="7527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D737F5-2108-4CB8-9D1C-4574BE91863A}">
      <dsp:nvSpPr>
        <dsp:cNvPr id="0" name=""/>
        <dsp:cNvSpPr/>
      </dsp:nvSpPr>
      <dsp:spPr>
        <a:xfrm>
          <a:off x="0" y="2248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44CE9C8-4151-4916-A7F9-5788159A995F}">
      <dsp:nvSpPr>
        <dsp:cNvPr id="0" name=""/>
        <dsp:cNvSpPr/>
      </dsp:nvSpPr>
      <dsp:spPr>
        <a:xfrm>
          <a:off x="0" y="2248"/>
          <a:ext cx="6046132" cy="766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Communication</a:t>
          </a:r>
        </a:p>
      </dsp:txBody>
      <dsp:txXfrm>
        <a:off x="0" y="2248"/>
        <a:ext cx="6046132" cy="766894"/>
      </dsp:txXfrm>
    </dsp:sp>
    <dsp:sp modelId="{64D96990-C1E6-4941-90AD-554ABCEDFF42}">
      <dsp:nvSpPr>
        <dsp:cNvPr id="0" name=""/>
        <dsp:cNvSpPr/>
      </dsp:nvSpPr>
      <dsp:spPr>
        <a:xfrm>
          <a:off x="0" y="769143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98175"/>
                <a:satOff val="7762"/>
                <a:lumOff val="-157"/>
                <a:alphaOff val="0"/>
                <a:tint val="96000"/>
                <a:lumMod val="104000"/>
              </a:schemeClr>
            </a:gs>
            <a:gs pos="100000">
              <a:schemeClr val="accent2">
                <a:hueOff val="-98175"/>
                <a:satOff val="7762"/>
                <a:lumOff val="-157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98175"/>
              <a:satOff val="7762"/>
              <a:lumOff val="-157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2995AFE-A1A9-4980-9382-D182C1D909CC}">
      <dsp:nvSpPr>
        <dsp:cNvPr id="0" name=""/>
        <dsp:cNvSpPr/>
      </dsp:nvSpPr>
      <dsp:spPr>
        <a:xfrm>
          <a:off x="0" y="769143"/>
          <a:ext cx="6046132" cy="766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Goal Setting</a:t>
          </a:r>
        </a:p>
      </dsp:txBody>
      <dsp:txXfrm>
        <a:off x="0" y="769143"/>
        <a:ext cx="6046132" cy="766894"/>
      </dsp:txXfrm>
    </dsp:sp>
    <dsp:sp modelId="{1FB250CD-B5DC-486C-AE56-366C8777C275}">
      <dsp:nvSpPr>
        <dsp:cNvPr id="0" name=""/>
        <dsp:cNvSpPr/>
      </dsp:nvSpPr>
      <dsp:spPr>
        <a:xfrm>
          <a:off x="0" y="1536038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196350"/>
                <a:satOff val="15525"/>
                <a:lumOff val="-314"/>
                <a:alphaOff val="0"/>
                <a:tint val="96000"/>
                <a:lumMod val="104000"/>
              </a:schemeClr>
            </a:gs>
            <a:gs pos="100000">
              <a:schemeClr val="accent2">
                <a:hueOff val="-196350"/>
                <a:satOff val="15525"/>
                <a:lumOff val="-314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96350"/>
              <a:satOff val="15525"/>
              <a:lumOff val="-314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08E443-1DC1-4E59-94CA-769B1A163E2E}">
      <dsp:nvSpPr>
        <dsp:cNvPr id="0" name=""/>
        <dsp:cNvSpPr/>
      </dsp:nvSpPr>
      <dsp:spPr>
        <a:xfrm>
          <a:off x="0" y="1536038"/>
          <a:ext cx="6046132" cy="766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Limited Feedback</a:t>
          </a:r>
        </a:p>
      </dsp:txBody>
      <dsp:txXfrm>
        <a:off x="0" y="1536038"/>
        <a:ext cx="6046132" cy="766894"/>
      </dsp:txXfrm>
    </dsp:sp>
    <dsp:sp modelId="{9228ACBC-20A4-4C7A-AD03-07AFB878D6C2}">
      <dsp:nvSpPr>
        <dsp:cNvPr id="0" name=""/>
        <dsp:cNvSpPr/>
      </dsp:nvSpPr>
      <dsp:spPr>
        <a:xfrm>
          <a:off x="0" y="2302932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294525"/>
                <a:satOff val="23287"/>
                <a:lumOff val="-470"/>
                <a:alphaOff val="0"/>
                <a:tint val="96000"/>
                <a:lumMod val="104000"/>
              </a:schemeClr>
            </a:gs>
            <a:gs pos="100000">
              <a:schemeClr val="accent2">
                <a:hueOff val="-294525"/>
                <a:satOff val="23287"/>
                <a:lumOff val="-47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294525"/>
              <a:satOff val="23287"/>
              <a:lumOff val="-47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C30421-05B0-4BEB-A445-F7765BF30232}">
      <dsp:nvSpPr>
        <dsp:cNvPr id="0" name=""/>
        <dsp:cNvSpPr/>
      </dsp:nvSpPr>
      <dsp:spPr>
        <a:xfrm>
          <a:off x="0" y="2302932"/>
          <a:ext cx="6046132" cy="766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Other Classes</a:t>
          </a:r>
        </a:p>
      </dsp:txBody>
      <dsp:txXfrm>
        <a:off x="0" y="2302932"/>
        <a:ext cx="6046132" cy="766894"/>
      </dsp:txXfrm>
    </dsp:sp>
    <dsp:sp modelId="{CBE6BDE5-989B-4832-9FFA-BBAB12997242}">
      <dsp:nvSpPr>
        <dsp:cNvPr id="0" name=""/>
        <dsp:cNvSpPr/>
      </dsp:nvSpPr>
      <dsp:spPr>
        <a:xfrm>
          <a:off x="0" y="3069827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392700"/>
                <a:satOff val="31050"/>
                <a:lumOff val="-627"/>
                <a:alphaOff val="0"/>
                <a:tint val="96000"/>
                <a:lumMod val="104000"/>
              </a:schemeClr>
            </a:gs>
            <a:gs pos="100000">
              <a:schemeClr val="accent2">
                <a:hueOff val="-392700"/>
                <a:satOff val="31050"/>
                <a:lumOff val="-627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392700"/>
              <a:satOff val="31050"/>
              <a:lumOff val="-627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96BE7E5-C91E-45F2-8517-D12980D42AA7}">
      <dsp:nvSpPr>
        <dsp:cNvPr id="0" name=""/>
        <dsp:cNvSpPr/>
      </dsp:nvSpPr>
      <dsp:spPr>
        <a:xfrm>
          <a:off x="0" y="3069827"/>
          <a:ext cx="6046132" cy="766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Unfamiliarity of Javascript</a:t>
          </a:r>
        </a:p>
      </dsp:txBody>
      <dsp:txXfrm>
        <a:off x="0" y="3069827"/>
        <a:ext cx="6046132" cy="766894"/>
      </dsp:txXfrm>
    </dsp:sp>
    <dsp:sp modelId="{D9880193-62E6-4318-A50E-D0EB4E7AB20A}">
      <dsp:nvSpPr>
        <dsp:cNvPr id="0" name=""/>
        <dsp:cNvSpPr/>
      </dsp:nvSpPr>
      <dsp:spPr>
        <a:xfrm>
          <a:off x="0" y="3836722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490875"/>
                <a:satOff val="38812"/>
                <a:lumOff val="-784"/>
                <a:alphaOff val="0"/>
                <a:tint val="96000"/>
                <a:lumMod val="104000"/>
              </a:schemeClr>
            </a:gs>
            <a:gs pos="100000">
              <a:schemeClr val="accent2">
                <a:hueOff val="-490875"/>
                <a:satOff val="38812"/>
                <a:lumOff val="-784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490875"/>
              <a:satOff val="38812"/>
              <a:lumOff val="-784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F91DC5-64A7-4EC6-8068-33AF7BDA6AA1}">
      <dsp:nvSpPr>
        <dsp:cNvPr id="0" name=""/>
        <dsp:cNvSpPr/>
      </dsp:nvSpPr>
      <dsp:spPr>
        <a:xfrm>
          <a:off x="0" y="3836722"/>
          <a:ext cx="6046132" cy="766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Unrestrictive guidelines</a:t>
          </a:r>
        </a:p>
      </dsp:txBody>
      <dsp:txXfrm>
        <a:off x="0" y="3836722"/>
        <a:ext cx="6046132" cy="7668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10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88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71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2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3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45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52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63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94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53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47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87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57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587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421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3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E28DFE7-2816-48D7-8FF1-CCD37AD5106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94A1CA6B-E1EE-4E35-A440-0125C79B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1220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20181-B1AB-A48C-6405-56E6CE6415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Welcome</a:t>
            </a:r>
            <a:br>
              <a:rPr lang="en-US" dirty="0"/>
            </a:br>
            <a:r>
              <a:rPr lang="en-US" dirty="0"/>
              <a:t>To</a:t>
            </a:r>
            <a:br>
              <a:rPr lang="en-US" dirty="0"/>
            </a:br>
            <a:r>
              <a:rPr lang="en-US" dirty="0" err="1"/>
              <a:t>CRUDBuilder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31E8F-67F5-4E2F-FA5C-80394DFD31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team BDS</a:t>
            </a:r>
          </a:p>
        </p:txBody>
      </p:sp>
    </p:spTree>
    <p:extLst>
      <p:ext uri="{BB962C8B-B14F-4D97-AF65-F5344CB8AC3E}">
        <p14:creationId xmlns:p14="http://schemas.microsoft.com/office/powerpoint/2010/main" val="3863957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FE2DB-B607-3FF5-7441-9ECBA5314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Code Snippet #1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DB12F-CCB4-353E-C884-24BCADCCA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192" y="2666999"/>
            <a:ext cx="3643674" cy="32162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dirty="0"/>
              <a:t> Call back Function</a:t>
            </a:r>
          </a:p>
          <a:p>
            <a:pPr>
              <a:buFont typeface="Arial"/>
              <a:buChar char="•"/>
            </a:pPr>
            <a:r>
              <a:rPr lang="en-US" dirty="0"/>
              <a:t>Gathers relevant data</a:t>
            </a:r>
          </a:p>
          <a:p>
            <a:pPr>
              <a:buFont typeface="Arial"/>
              <a:buChar char="•"/>
            </a:pPr>
            <a:r>
              <a:rPr lang="en-US" dirty="0"/>
              <a:t> Parses data from API </a:t>
            </a:r>
          </a:p>
          <a:p>
            <a:pPr>
              <a:buFont typeface="Arial"/>
              <a:buChar char="•"/>
            </a:pPr>
            <a:r>
              <a:rPr lang="en-US" dirty="0"/>
              <a:t> Error Handling </a:t>
            </a:r>
          </a:p>
          <a:p>
            <a:pPr>
              <a:buFont typeface="Arial"/>
              <a:buChar char="•"/>
            </a:pPr>
            <a:r>
              <a:rPr lang="en-US"/>
              <a:t> Passes </a:t>
            </a:r>
            <a:r>
              <a:rPr lang="en-US" dirty="0"/>
              <a:t>back data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D11120-EAD8-92E9-E984-3B83AB2EB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931" y="645106"/>
            <a:ext cx="6498758" cy="5247747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944675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C9A4A-81EE-6118-119F-3B3605E28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41224-54A9-6659-D047-06350CC13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09599"/>
            <a:ext cx="5435760" cy="20097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/>
              <a:t>Code Snippet #2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281E39-1FA6-7078-BDE8-F5EBBBCFD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39" y="1289958"/>
            <a:ext cx="5620581" cy="1377042"/>
          </a:xfrm>
          <a:custGeom>
            <a:avLst/>
            <a:gdLst/>
            <a:ahLst/>
            <a:cxnLst/>
            <a:rect l="l" t="t" r="r" b="b"/>
            <a:pathLst>
              <a:path w="3416888" h="2057399">
                <a:moveTo>
                  <a:pt x="120172" y="0"/>
                </a:moveTo>
                <a:lnTo>
                  <a:pt x="3296716" y="0"/>
                </a:lnTo>
                <a:cubicBezTo>
                  <a:pt x="3363085" y="0"/>
                  <a:pt x="3416888" y="53803"/>
                  <a:pt x="3416888" y="120172"/>
                </a:cubicBezTo>
                <a:lnTo>
                  <a:pt x="3416888" y="2057399"/>
                </a:lnTo>
                <a:lnTo>
                  <a:pt x="0" y="2057399"/>
                </a:lnTo>
                <a:lnTo>
                  <a:pt x="0" y="120172"/>
                </a:lnTo>
                <a:cubicBezTo>
                  <a:pt x="0" y="53803"/>
                  <a:pt x="53803" y="0"/>
                  <a:pt x="120172" y="0"/>
                </a:cubicBezTo>
                <a:close/>
              </a:path>
            </a:pathLst>
          </a:cu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AC38D3-FBFC-5A20-FC93-F85E3950BF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39" y="3003996"/>
            <a:ext cx="4401220" cy="3443956"/>
          </a:xfrm>
          <a:custGeom>
            <a:avLst/>
            <a:gdLst/>
            <a:ahLst/>
            <a:cxnLst/>
            <a:rect l="l" t="t" r="r" b="b"/>
            <a:pathLst>
              <a:path w="3416888" h="3240120">
                <a:moveTo>
                  <a:pt x="0" y="0"/>
                </a:moveTo>
                <a:lnTo>
                  <a:pt x="3416888" y="0"/>
                </a:lnTo>
                <a:lnTo>
                  <a:pt x="3416888" y="3119948"/>
                </a:lnTo>
                <a:cubicBezTo>
                  <a:pt x="3416888" y="3186317"/>
                  <a:pt x="3363085" y="3240120"/>
                  <a:pt x="3296716" y="3240120"/>
                </a:cubicBezTo>
                <a:lnTo>
                  <a:pt x="120172" y="3240120"/>
                </a:lnTo>
                <a:cubicBezTo>
                  <a:pt x="53803" y="3240120"/>
                  <a:pt x="0" y="3186317"/>
                  <a:pt x="0" y="3119948"/>
                </a:cubicBezTo>
                <a:close/>
              </a:path>
            </a:pathLst>
          </a:cu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C498D-ECA8-2E4E-36E3-162C4D515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0" y="2774425"/>
            <a:ext cx="5435760" cy="32884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 dirty="0"/>
              <a:t> Ease of use</a:t>
            </a:r>
          </a:p>
          <a:p>
            <a:pPr>
              <a:buFont typeface="Arial"/>
              <a:buChar char="•"/>
            </a:pPr>
            <a:r>
              <a:rPr lang="en-US" dirty="0"/>
              <a:t> Self Contained </a:t>
            </a:r>
          </a:p>
          <a:p>
            <a:pPr>
              <a:buFont typeface="Arial"/>
              <a:buChar char="•"/>
            </a:pPr>
            <a:r>
              <a:rPr lang="en-US" dirty="0"/>
              <a:t> Generality</a:t>
            </a:r>
          </a:p>
          <a:p>
            <a:pPr>
              <a:buFont typeface="Arial"/>
              <a:buChar char="•"/>
            </a:pPr>
            <a:r>
              <a:rPr lang="en-US" dirty="0"/>
              <a:t> Reuse</a:t>
            </a:r>
          </a:p>
        </p:txBody>
      </p:sp>
    </p:spTree>
    <p:extLst>
      <p:ext uri="{BB962C8B-B14F-4D97-AF65-F5344CB8AC3E}">
        <p14:creationId xmlns:p14="http://schemas.microsoft.com/office/powerpoint/2010/main" val="1640554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B486EF-DF93-DCA2-37DA-6E9B6099F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AD468-40E8-8C53-47AC-B92FFBDB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09599"/>
            <a:ext cx="5435760" cy="20097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/>
              <a:t>Code Snippet #3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28F916-0F0C-FDAE-AACF-5452BAF67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39" y="808416"/>
            <a:ext cx="4765597" cy="1858582"/>
          </a:xfrm>
          <a:custGeom>
            <a:avLst/>
            <a:gdLst/>
            <a:ahLst/>
            <a:cxnLst/>
            <a:rect l="l" t="t" r="r" b="b"/>
            <a:pathLst>
              <a:path w="3416888" h="2057399">
                <a:moveTo>
                  <a:pt x="120172" y="0"/>
                </a:moveTo>
                <a:lnTo>
                  <a:pt x="3296716" y="0"/>
                </a:lnTo>
                <a:cubicBezTo>
                  <a:pt x="3363085" y="0"/>
                  <a:pt x="3416888" y="53803"/>
                  <a:pt x="3416888" y="120172"/>
                </a:cubicBezTo>
                <a:lnTo>
                  <a:pt x="3416888" y="2057399"/>
                </a:lnTo>
                <a:lnTo>
                  <a:pt x="0" y="2057399"/>
                </a:lnTo>
                <a:lnTo>
                  <a:pt x="0" y="120172"/>
                </a:lnTo>
                <a:cubicBezTo>
                  <a:pt x="0" y="53803"/>
                  <a:pt x="53803" y="0"/>
                  <a:pt x="120172" y="0"/>
                </a:cubicBezTo>
                <a:close/>
              </a:path>
            </a:pathLst>
          </a:cu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F84914-4442-480B-C0B7-F891E3BCD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39" y="2947481"/>
            <a:ext cx="4765597" cy="2513852"/>
          </a:xfrm>
          <a:custGeom>
            <a:avLst/>
            <a:gdLst/>
            <a:ahLst/>
            <a:cxnLst/>
            <a:rect l="l" t="t" r="r" b="b"/>
            <a:pathLst>
              <a:path w="3416888" h="3240120">
                <a:moveTo>
                  <a:pt x="0" y="0"/>
                </a:moveTo>
                <a:lnTo>
                  <a:pt x="3416888" y="0"/>
                </a:lnTo>
                <a:lnTo>
                  <a:pt x="3416888" y="3119948"/>
                </a:lnTo>
                <a:cubicBezTo>
                  <a:pt x="3416888" y="3186317"/>
                  <a:pt x="3363085" y="3240120"/>
                  <a:pt x="3296716" y="3240120"/>
                </a:cubicBezTo>
                <a:lnTo>
                  <a:pt x="120172" y="3240120"/>
                </a:lnTo>
                <a:cubicBezTo>
                  <a:pt x="53803" y="3240120"/>
                  <a:pt x="0" y="3186317"/>
                  <a:pt x="0" y="3119948"/>
                </a:cubicBezTo>
                <a:close/>
              </a:path>
            </a:pathLst>
          </a:cu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53EAB-DC5D-6BB5-704D-0855388C8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0" y="2774425"/>
            <a:ext cx="5435760" cy="32884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 dirty="0"/>
              <a:t> Deep Linking Capabilities</a:t>
            </a:r>
          </a:p>
          <a:p>
            <a:pPr>
              <a:buFont typeface="Arial"/>
              <a:buChar char="•"/>
            </a:pPr>
            <a:r>
              <a:rPr lang="en-US" dirty="0"/>
              <a:t> Reactive design </a:t>
            </a:r>
          </a:p>
          <a:p>
            <a:pPr>
              <a:buFont typeface="Arial"/>
              <a:buChar char="•"/>
            </a:pPr>
            <a:r>
              <a:rPr lang="en-US" dirty="0"/>
              <a:t> Parameter Storage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844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FB63-5DB0-FA0B-8977-328FCD910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B1366-3CFC-404A-F76D-05D4EDF7F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Snippet #4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7685E-3D3A-A644-3719-34F1A4FB3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Default Value Notation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Saves a lot of logic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Quick and Easy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63E1E8-FA7E-55CC-AFBC-4DED95D97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021" y="4753235"/>
            <a:ext cx="8213190" cy="100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33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9CE9D-AA4E-1ABC-43E7-11B6376FC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en-US" sz="4000"/>
              <a:t>How Does Our API Work?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8601C4A3-6BD4-822F-1B9A-E95DF6E086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6850435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11496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745B3-4160-3E82-51CE-27A1AD272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en-US" sz="3700"/>
              <a:t>Persistence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179C9E-8284-3D84-5F03-A9257CAB42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5071021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119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210AF-6E3D-BA9F-44B3-54DBFA75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en-US" sz="4000"/>
              <a:t>Problems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CFD2B1-B6BC-082E-8858-17052747FC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8605881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07328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5376</TotalTime>
  <Words>141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Mesh</vt:lpstr>
      <vt:lpstr>Welcome To CRUDBuilder</vt:lpstr>
      <vt:lpstr>Code Snippet #1</vt:lpstr>
      <vt:lpstr>Code Snippet #2</vt:lpstr>
      <vt:lpstr>Code Snippet #3</vt:lpstr>
      <vt:lpstr>Code Snippet #4</vt:lpstr>
      <vt:lpstr>How Does Our API Work?</vt:lpstr>
      <vt:lpstr>Persistence </vt:lpstr>
      <vt:lpstr>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 Cook</dc:creator>
  <cp:lastModifiedBy>Ace Cook</cp:lastModifiedBy>
  <cp:revision>1</cp:revision>
  <dcterms:created xsi:type="dcterms:W3CDTF">2026-05-07T22:13:48Z</dcterms:created>
  <dcterms:modified xsi:type="dcterms:W3CDTF">2026-05-11T16:01:14Z</dcterms:modified>
</cp:coreProperties>
</file>