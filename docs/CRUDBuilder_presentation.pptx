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47" d="100"/>
          <a:sy n="47" d="100"/>
        </p:scale>
        <p:origin x="104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ce Cook" userId="0bf321af4922a22e" providerId="LiveId" clId="{E017BC05-3534-459D-9538-BE99AD254B3B}"/>
    <pc:docChg chg="custSel delSld modSld">
      <pc:chgData name="Ace Cook" userId="0bf321af4922a22e" providerId="LiveId" clId="{E017BC05-3534-459D-9538-BE99AD254B3B}" dt="2026-05-11T15:21:23.886" v="465" actId="1076"/>
      <pc:docMkLst>
        <pc:docMk/>
      </pc:docMkLst>
      <pc:sldChg chg="del">
        <pc:chgData name="Ace Cook" userId="0bf321af4922a22e" providerId="LiveId" clId="{E017BC05-3534-459D-9538-BE99AD254B3B}" dt="2026-05-10T15:47:56.345" v="318" actId="2696"/>
        <pc:sldMkLst>
          <pc:docMk/>
          <pc:sldMk cId="886079053" sldId="257"/>
        </pc:sldMkLst>
      </pc:sldChg>
      <pc:sldChg chg="addSp delSp modSp mod setBg">
        <pc:chgData name="Ace Cook" userId="0bf321af4922a22e" providerId="LiveId" clId="{E017BC05-3534-459D-9538-BE99AD254B3B}" dt="2026-05-10T15:41:29.306" v="205" actId="20577"/>
        <pc:sldMkLst>
          <pc:docMk/>
          <pc:sldMk cId="944675023" sldId="258"/>
        </pc:sldMkLst>
        <pc:spChg chg="mod">
          <ac:chgData name="Ace Cook" userId="0bf321af4922a22e" providerId="LiveId" clId="{E017BC05-3534-459D-9538-BE99AD254B3B}" dt="2026-05-10T15:38:52.475" v="10" actId="26606"/>
          <ac:spMkLst>
            <pc:docMk/>
            <pc:sldMk cId="944675023" sldId="258"/>
            <ac:spMk id="2" creationId="{C2EFE2DB-B607-3FF5-7441-9ECBA53148B7}"/>
          </ac:spMkLst>
        </pc:spChg>
        <pc:spChg chg="del">
          <ac:chgData name="Ace Cook" userId="0bf321af4922a22e" providerId="LiveId" clId="{E017BC05-3534-459D-9538-BE99AD254B3B}" dt="2026-05-10T15:37:29.044" v="0" actId="22"/>
          <ac:spMkLst>
            <pc:docMk/>
            <pc:sldMk cId="944675023" sldId="258"/>
            <ac:spMk id="3" creationId="{047982F2-1A56-B483-C342-F06D168B5063}"/>
          </ac:spMkLst>
        </pc:spChg>
        <pc:spChg chg="mod">
          <ac:chgData name="Ace Cook" userId="0bf321af4922a22e" providerId="LiveId" clId="{E017BC05-3534-459D-9538-BE99AD254B3B}" dt="2026-05-10T15:41:29.306" v="205" actId="20577"/>
          <ac:spMkLst>
            <pc:docMk/>
            <pc:sldMk cId="944675023" sldId="258"/>
            <ac:spMk id="4" creationId="{631DB12F-CCB4-353E-C884-24BCADCCAB70}"/>
          </ac:spMkLst>
        </pc:spChg>
        <pc:spChg chg="add del mod">
          <ac:chgData name="Ace Cook" userId="0bf321af4922a22e" providerId="LiveId" clId="{E017BC05-3534-459D-9538-BE99AD254B3B}" dt="2026-05-10T15:38:31.263" v="4" actId="931"/>
          <ac:spMkLst>
            <pc:docMk/>
            <pc:sldMk cId="944675023" sldId="258"/>
            <ac:spMk id="8" creationId="{9073DE98-DED1-FBA7-2B6E-59DD7608FE14}"/>
          </ac:spMkLst>
        </pc:spChg>
        <pc:spChg chg="add del mod">
          <ac:chgData name="Ace Cook" userId="0bf321af4922a22e" providerId="LiveId" clId="{E017BC05-3534-459D-9538-BE99AD254B3B}" dt="2026-05-10T15:38:42.392" v="7" actId="478"/>
          <ac:spMkLst>
            <pc:docMk/>
            <pc:sldMk cId="944675023" sldId="258"/>
            <ac:spMk id="12" creationId="{72459306-BA88-B8A0-40DB-0DD45E474C0C}"/>
          </ac:spMkLst>
        </pc:spChg>
        <pc:picChg chg="add del mod ord">
          <ac:chgData name="Ace Cook" userId="0bf321af4922a22e" providerId="LiveId" clId="{E017BC05-3534-459D-9538-BE99AD254B3B}" dt="2026-05-10T15:37:45.468" v="3" actId="478"/>
          <ac:picMkLst>
            <pc:docMk/>
            <pc:sldMk cId="944675023" sldId="258"/>
            <ac:picMk id="6" creationId="{2F980B60-9A6A-19EE-1806-8CDA11C87D1A}"/>
          </ac:picMkLst>
        </pc:picChg>
        <pc:picChg chg="add del mod ord">
          <ac:chgData name="Ace Cook" userId="0bf321af4922a22e" providerId="LiveId" clId="{E017BC05-3534-459D-9538-BE99AD254B3B}" dt="2026-05-10T15:38:37.023" v="6" actId="478"/>
          <ac:picMkLst>
            <pc:docMk/>
            <pc:sldMk cId="944675023" sldId="258"/>
            <ac:picMk id="10" creationId="{1B0A83D4-B8DD-7502-C268-9B8788326B5B}"/>
          </ac:picMkLst>
        </pc:picChg>
        <pc:picChg chg="add mod">
          <ac:chgData name="Ace Cook" userId="0bf321af4922a22e" providerId="LiveId" clId="{E017BC05-3534-459D-9538-BE99AD254B3B}" dt="2026-05-10T15:38:52.475" v="10" actId="26606"/>
          <ac:picMkLst>
            <pc:docMk/>
            <pc:sldMk cId="944675023" sldId="258"/>
            <ac:picMk id="14" creationId="{3BD11120-EAD8-92E9-E984-3B83AB2EB864}"/>
          </ac:picMkLst>
        </pc:picChg>
      </pc:sldChg>
      <pc:sldChg chg="addSp delSp modSp mod setBg">
        <pc:chgData name="Ace Cook" userId="0bf321af4922a22e" providerId="LiveId" clId="{E017BC05-3534-459D-9538-BE99AD254B3B}" dt="2026-05-10T15:47:42.877" v="317" actId="20577"/>
        <pc:sldMkLst>
          <pc:docMk/>
          <pc:sldMk cId="1640554192" sldId="259"/>
        </pc:sldMkLst>
        <pc:spChg chg="mod">
          <ac:chgData name="Ace Cook" userId="0bf321af4922a22e" providerId="LiveId" clId="{E017BC05-3534-459D-9538-BE99AD254B3B}" dt="2026-05-10T15:47:12.255" v="300" actId="26606"/>
          <ac:spMkLst>
            <pc:docMk/>
            <pc:sldMk cId="1640554192" sldId="259"/>
            <ac:spMk id="2" creationId="{5D841224-54A9-6659-D047-06350CC138F5}"/>
          </ac:spMkLst>
        </pc:spChg>
        <pc:spChg chg="del">
          <ac:chgData name="Ace Cook" userId="0bf321af4922a22e" providerId="LiveId" clId="{E017BC05-3534-459D-9538-BE99AD254B3B}" dt="2026-05-10T15:42:06.853" v="206" actId="478"/>
          <ac:spMkLst>
            <pc:docMk/>
            <pc:sldMk cId="1640554192" sldId="259"/>
            <ac:spMk id="3" creationId="{C011A1A1-9F16-260E-819E-EA30363911F2}"/>
          </ac:spMkLst>
        </pc:spChg>
        <pc:spChg chg="mod ord">
          <ac:chgData name="Ace Cook" userId="0bf321af4922a22e" providerId="LiveId" clId="{E017BC05-3534-459D-9538-BE99AD254B3B}" dt="2026-05-10T15:47:42.877" v="317" actId="20577"/>
          <ac:spMkLst>
            <pc:docMk/>
            <pc:sldMk cId="1640554192" sldId="259"/>
            <ac:spMk id="4" creationId="{CA7C498D-ECA8-2E4E-36E3-162C4D515FA6}"/>
          </ac:spMkLst>
        </pc:spChg>
        <pc:picChg chg="add mod">
          <ac:chgData name="Ace Cook" userId="0bf321af4922a22e" providerId="LiveId" clId="{E017BC05-3534-459D-9538-BE99AD254B3B}" dt="2026-05-10T15:47:16.386" v="301" actId="14100"/>
          <ac:picMkLst>
            <pc:docMk/>
            <pc:sldMk cId="1640554192" sldId="259"/>
            <ac:picMk id="6" creationId="{DC281E39-1FA6-7078-BDE8-F5EBBBCFD3AB}"/>
          </ac:picMkLst>
        </pc:picChg>
        <pc:picChg chg="add mod">
          <ac:chgData name="Ace Cook" userId="0bf321af4922a22e" providerId="LiveId" clId="{E017BC05-3534-459D-9538-BE99AD254B3B}" dt="2026-05-10T15:47:24.686" v="303" actId="1076"/>
          <ac:picMkLst>
            <pc:docMk/>
            <pc:sldMk cId="1640554192" sldId="259"/>
            <ac:picMk id="8" creationId="{EFAC38D3-FBFC-5A20-FC93-F85E3950BF02}"/>
          </ac:picMkLst>
        </pc:picChg>
      </pc:sldChg>
      <pc:sldChg chg="addSp delSp modSp mod setBg">
        <pc:chgData name="Ace Cook" userId="0bf321af4922a22e" providerId="LiveId" clId="{E017BC05-3534-459D-9538-BE99AD254B3B}" dt="2026-05-10T16:13:20.816" v="461" actId="5793"/>
        <pc:sldMkLst>
          <pc:docMk/>
          <pc:sldMk cId="804844431" sldId="260"/>
        </pc:sldMkLst>
        <pc:spChg chg="mod">
          <ac:chgData name="Ace Cook" userId="0bf321af4922a22e" providerId="LiveId" clId="{E017BC05-3534-459D-9538-BE99AD254B3B}" dt="2026-05-10T15:58:51.941" v="325" actId="26606"/>
          <ac:spMkLst>
            <pc:docMk/>
            <pc:sldMk cId="804844431" sldId="260"/>
            <ac:spMk id="2" creationId="{545AD468-40E8-8C53-47AC-B92FFBDB6552}"/>
          </ac:spMkLst>
        </pc:spChg>
        <pc:spChg chg="del">
          <ac:chgData name="Ace Cook" userId="0bf321af4922a22e" providerId="LiveId" clId="{E017BC05-3534-459D-9538-BE99AD254B3B}" dt="2026-05-10T15:58:27.047" v="319" actId="478"/>
          <ac:spMkLst>
            <pc:docMk/>
            <pc:sldMk cId="804844431" sldId="260"/>
            <ac:spMk id="3" creationId="{4C2977E4-4181-7AC2-EFED-3DE891661AAB}"/>
          </ac:spMkLst>
        </pc:spChg>
        <pc:spChg chg="mod ord">
          <ac:chgData name="Ace Cook" userId="0bf321af4922a22e" providerId="LiveId" clId="{E017BC05-3534-459D-9538-BE99AD254B3B}" dt="2026-05-10T16:13:20.816" v="461" actId="5793"/>
          <ac:spMkLst>
            <pc:docMk/>
            <pc:sldMk cId="804844431" sldId="260"/>
            <ac:spMk id="4" creationId="{BEA53EAB-DC5D-6BB5-704D-0855388C8DF8}"/>
          </ac:spMkLst>
        </pc:spChg>
        <pc:picChg chg="add mod ord">
          <ac:chgData name="Ace Cook" userId="0bf321af4922a22e" providerId="LiveId" clId="{E017BC05-3534-459D-9538-BE99AD254B3B}" dt="2026-05-10T15:58:51.941" v="325" actId="26606"/>
          <ac:picMkLst>
            <pc:docMk/>
            <pc:sldMk cId="804844431" sldId="260"/>
            <ac:picMk id="6" creationId="{6DF84914-4442-480B-C0B7-F891E3BCDBBB}"/>
          </ac:picMkLst>
        </pc:picChg>
        <pc:picChg chg="add mod">
          <ac:chgData name="Ace Cook" userId="0bf321af4922a22e" providerId="LiveId" clId="{E017BC05-3534-459D-9538-BE99AD254B3B}" dt="2026-05-10T15:58:51.941" v="325" actId="26606"/>
          <ac:picMkLst>
            <pc:docMk/>
            <pc:sldMk cId="804844431" sldId="260"/>
            <ac:picMk id="8" creationId="{0628F916-0F0C-FDAE-AACF-5452BAF67380}"/>
          </ac:picMkLst>
        </pc:picChg>
      </pc:sldChg>
      <pc:sldChg chg="addSp delSp modSp mod">
        <pc:chgData name="Ace Cook" userId="0bf321af4922a22e" providerId="LiveId" clId="{E017BC05-3534-459D-9538-BE99AD254B3B}" dt="2026-05-11T15:21:23.886" v="465" actId="1076"/>
        <pc:sldMkLst>
          <pc:docMk/>
          <pc:sldMk cId="844433502" sldId="261"/>
        </pc:sldMkLst>
        <pc:spChg chg="del">
          <ac:chgData name="Ace Cook" userId="0bf321af4922a22e" providerId="LiveId" clId="{E017BC05-3534-459D-9538-BE99AD254B3B}" dt="2026-05-11T15:20:55.564" v="462" actId="478"/>
          <ac:spMkLst>
            <pc:docMk/>
            <pc:sldMk cId="844433502" sldId="261"/>
            <ac:spMk id="3" creationId="{865CAB94-8112-ED9D-AC84-CDB3FDE411E9}"/>
          </ac:spMkLst>
        </pc:spChg>
        <pc:picChg chg="add mod">
          <ac:chgData name="Ace Cook" userId="0bf321af4922a22e" providerId="LiveId" clId="{E017BC05-3534-459D-9538-BE99AD254B3B}" dt="2026-05-11T15:21:23.886" v="465" actId="1076"/>
          <ac:picMkLst>
            <pc:docMk/>
            <pc:sldMk cId="844433502" sldId="261"/>
            <ac:picMk id="6" creationId="{3A63E1E8-FA7E-55CC-AFBC-4DED95D978D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10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388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7116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727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34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345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552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263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94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1538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0471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9878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57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2587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6421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34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1220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0181-B1AB-A48C-6405-56E6CE6415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Welcome</a:t>
            </a:r>
            <a:br>
              <a:rPr lang="en-US" dirty="0"/>
            </a:br>
            <a:r>
              <a:rPr lang="en-US" dirty="0"/>
              <a:t>To</a:t>
            </a:r>
            <a:br>
              <a:rPr lang="en-US" dirty="0"/>
            </a:br>
            <a:r>
              <a:rPr lang="en-US" dirty="0" err="1"/>
              <a:t>CRUDBuilder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D31E8F-67F5-4E2F-FA5C-80394DFD31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team BDS</a:t>
            </a:r>
          </a:p>
        </p:txBody>
      </p:sp>
    </p:spTree>
    <p:extLst>
      <p:ext uri="{BB962C8B-B14F-4D97-AF65-F5344CB8AC3E}">
        <p14:creationId xmlns:p14="http://schemas.microsoft.com/office/powerpoint/2010/main" val="3863957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FE2DB-B607-3FF5-7441-9ECBA5314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Code Snippet #1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1DB12F-CCB4-353E-C884-24BCADCCA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192" y="2666999"/>
            <a:ext cx="3643674" cy="321627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Arial"/>
              <a:buChar char="•"/>
            </a:pPr>
            <a:r>
              <a:rPr lang="en-US" dirty="0"/>
              <a:t> Call back Function</a:t>
            </a:r>
          </a:p>
          <a:p>
            <a:pPr>
              <a:buFont typeface="Arial"/>
              <a:buChar char="•"/>
            </a:pPr>
            <a:r>
              <a:rPr lang="en-US" dirty="0"/>
              <a:t> Parses data from API </a:t>
            </a:r>
          </a:p>
          <a:p>
            <a:pPr>
              <a:buFont typeface="Arial"/>
              <a:buChar char="•"/>
            </a:pPr>
            <a:r>
              <a:rPr lang="en-US" dirty="0"/>
              <a:t> Error Handling </a:t>
            </a:r>
          </a:p>
          <a:p>
            <a:pPr>
              <a:buFont typeface="Arial"/>
              <a:buChar char="•"/>
            </a:pPr>
            <a:r>
              <a:rPr lang="en-US" dirty="0"/>
              <a:t> Gathers relevant data</a:t>
            </a:r>
          </a:p>
          <a:p>
            <a:pPr>
              <a:buFont typeface="Arial"/>
              <a:buChar char="•"/>
            </a:pPr>
            <a:r>
              <a:rPr lang="en-US" dirty="0"/>
              <a:t> Passes back data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D11120-EAD8-92E9-E984-3B83AB2EB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931" y="645106"/>
            <a:ext cx="6498758" cy="5247747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944675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2C9A4A-81EE-6118-119F-3B3605E28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41224-54A9-6659-D047-06350CC1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599"/>
            <a:ext cx="5435760" cy="20097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/>
              <a:t>Code Snippet #2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281E39-1FA6-7078-BDE8-F5EBBBCFD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1289958"/>
            <a:ext cx="5620581" cy="1377042"/>
          </a:xfrm>
          <a:custGeom>
            <a:avLst/>
            <a:gdLst/>
            <a:ahLst/>
            <a:cxnLst/>
            <a:rect l="l" t="t" r="r" b="b"/>
            <a:pathLst>
              <a:path w="3416888" h="2057399">
                <a:moveTo>
                  <a:pt x="120172" y="0"/>
                </a:moveTo>
                <a:lnTo>
                  <a:pt x="3296716" y="0"/>
                </a:lnTo>
                <a:cubicBezTo>
                  <a:pt x="3363085" y="0"/>
                  <a:pt x="3416888" y="53803"/>
                  <a:pt x="3416888" y="120172"/>
                </a:cubicBezTo>
                <a:lnTo>
                  <a:pt x="3416888" y="2057399"/>
                </a:lnTo>
                <a:lnTo>
                  <a:pt x="0" y="2057399"/>
                </a:lnTo>
                <a:lnTo>
                  <a:pt x="0" y="120172"/>
                </a:lnTo>
                <a:cubicBezTo>
                  <a:pt x="0" y="53803"/>
                  <a:pt x="53803" y="0"/>
                  <a:pt x="120172" y="0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AC38D3-FBFC-5A20-FC93-F85E3950BF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3003996"/>
            <a:ext cx="4401220" cy="3443956"/>
          </a:xfrm>
          <a:custGeom>
            <a:avLst/>
            <a:gdLst/>
            <a:ahLst/>
            <a:cxnLst/>
            <a:rect l="l" t="t" r="r" b="b"/>
            <a:pathLst>
              <a:path w="3416888" h="3240120">
                <a:moveTo>
                  <a:pt x="0" y="0"/>
                </a:moveTo>
                <a:lnTo>
                  <a:pt x="3416888" y="0"/>
                </a:lnTo>
                <a:lnTo>
                  <a:pt x="3416888" y="3119948"/>
                </a:lnTo>
                <a:cubicBezTo>
                  <a:pt x="3416888" y="3186317"/>
                  <a:pt x="3363085" y="3240120"/>
                  <a:pt x="3296716" y="3240120"/>
                </a:cubicBezTo>
                <a:lnTo>
                  <a:pt x="120172" y="3240120"/>
                </a:lnTo>
                <a:cubicBezTo>
                  <a:pt x="53803" y="3240120"/>
                  <a:pt x="0" y="3186317"/>
                  <a:pt x="0" y="3119948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7C498D-ECA8-2E4E-36E3-162C4D515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00" y="2774425"/>
            <a:ext cx="5435760" cy="328844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Arial"/>
              <a:buChar char="•"/>
            </a:pPr>
            <a:r>
              <a:rPr lang="en-US" dirty="0"/>
              <a:t> Ease of use</a:t>
            </a:r>
          </a:p>
          <a:p>
            <a:pPr>
              <a:buFont typeface="Arial"/>
              <a:buChar char="•"/>
            </a:pPr>
            <a:r>
              <a:rPr lang="en-US" dirty="0"/>
              <a:t> Self Contained </a:t>
            </a:r>
          </a:p>
          <a:p>
            <a:pPr>
              <a:buFont typeface="Arial"/>
              <a:buChar char="•"/>
            </a:pPr>
            <a:r>
              <a:rPr lang="en-US" dirty="0"/>
              <a:t> Generality</a:t>
            </a:r>
          </a:p>
          <a:p>
            <a:pPr>
              <a:buFont typeface="Arial"/>
              <a:buChar char="•"/>
            </a:pPr>
            <a:r>
              <a:rPr lang="en-US" dirty="0"/>
              <a:t> Reuse</a:t>
            </a:r>
          </a:p>
        </p:txBody>
      </p:sp>
    </p:spTree>
    <p:extLst>
      <p:ext uri="{BB962C8B-B14F-4D97-AF65-F5344CB8AC3E}">
        <p14:creationId xmlns:p14="http://schemas.microsoft.com/office/powerpoint/2010/main" val="1640554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B486EF-DF93-DCA2-37DA-6E9B6099F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AD468-40E8-8C53-47AC-B92FFBDB6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599"/>
            <a:ext cx="5435760" cy="20097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/>
              <a:t>Code Snippet #3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28F916-0F0C-FDAE-AACF-5452BAF673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808416"/>
            <a:ext cx="4765597" cy="1858582"/>
          </a:xfrm>
          <a:custGeom>
            <a:avLst/>
            <a:gdLst/>
            <a:ahLst/>
            <a:cxnLst/>
            <a:rect l="l" t="t" r="r" b="b"/>
            <a:pathLst>
              <a:path w="3416888" h="2057399">
                <a:moveTo>
                  <a:pt x="120172" y="0"/>
                </a:moveTo>
                <a:lnTo>
                  <a:pt x="3296716" y="0"/>
                </a:lnTo>
                <a:cubicBezTo>
                  <a:pt x="3363085" y="0"/>
                  <a:pt x="3416888" y="53803"/>
                  <a:pt x="3416888" y="120172"/>
                </a:cubicBezTo>
                <a:lnTo>
                  <a:pt x="3416888" y="2057399"/>
                </a:lnTo>
                <a:lnTo>
                  <a:pt x="0" y="2057399"/>
                </a:lnTo>
                <a:lnTo>
                  <a:pt x="0" y="120172"/>
                </a:lnTo>
                <a:cubicBezTo>
                  <a:pt x="0" y="53803"/>
                  <a:pt x="53803" y="0"/>
                  <a:pt x="120172" y="0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F84914-4442-480B-C0B7-F891E3BCDB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2947481"/>
            <a:ext cx="4765597" cy="2513852"/>
          </a:xfrm>
          <a:custGeom>
            <a:avLst/>
            <a:gdLst/>
            <a:ahLst/>
            <a:cxnLst/>
            <a:rect l="l" t="t" r="r" b="b"/>
            <a:pathLst>
              <a:path w="3416888" h="3240120">
                <a:moveTo>
                  <a:pt x="0" y="0"/>
                </a:moveTo>
                <a:lnTo>
                  <a:pt x="3416888" y="0"/>
                </a:lnTo>
                <a:lnTo>
                  <a:pt x="3416888" y="3119948"/>
                </a:lnTo>
                <a:cubicBezTo>
                  <a:pt x="3416888" y="3186317"/>
                  <a:pt x="3363085" y="3240120"/>
                  <a:pt x="3296716" y="3240120"/>
                </a:cubicBezTo>
                <a:lnTo>
                  <a:pt x="120172" y="3240120"/>
                </a:lnTo>
                <a:cubicBezTo>
                  <a:pt x="53803" y="3240120"/>
                  <a:pt x="0" y="3186317"/>
                  <a:pt x="0" y="3119948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A53EAB-DC5D-6BB5-704D-0855388C8D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00" y="2774425"/>
            <a:ext cx="5435760" cy="328844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Arial"/>
              <a:buChar char="•"/>
            </a:pPr>
            <a:r>
              <a:rPr lang="en-US" dirty="0"/>
              <a:t> Deep Linking Capabilities</a:t>
            </a:r>
          </a:p>
          <a:p>
            <a:pPr>
              <a:buFont typeface="Arial"/>
              <a:buChar char="•"/>
            </a:pPr>
            <a:r>
              <a:rPr lang="en-US" dirty="0"/>
              <a:t> Reactive design </a:t>
            </a:r>
          </a:p>
          <a:p>
            <a:pPr>
              <a:buFont typeface="Arial"/>
              <a:buChar char="•"/>
            </a:pPr>
            <a:r>
              <a:rPr lang="en-US" dirty="0"/>
              <a:t> Parameter Storage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844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BFB63-5DB0-FA0B-8977-328FCD910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B1366-3CFC-404A-F76D-05D4EDF7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Snippet #4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7685E-3D3A-A644-3719-34F1A4FB377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63E1E8-FA7E-55CC-AFBC-4DED95D97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8810" y="901313"/>
            <a:ext cx="8213190" cy="1009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43350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5337</TotalTime>
  <Words>65</Words>
  <Application>Microsoft Office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Century Gothic</vt:lpstr>
      <vt:lpstr>Mesh</vt:lpstr>
      <vt:lpstr>Welcome To CRUDBuilder</vt:lpstr>
      <vt:lpstr>Code Snippet #1</vt:lpstr>
      <vt:lpstr>Code Snippet #2</vt:lpstr>
      <vt:lpstr>Code Snippet #3</vt:lpstr>
      <vt:lpstr>Code Snippet #4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Ace Cook</dc:creator>
  <cp:lastModifiedBy>Ace Cook</cp:lastModifiedBy>
  <cp:revision>1</cp:revision>
  <dcterms:created xsi:type="dcterms:W3CDTF">2026-05-07T22:13:48Z</dcterms:created>
  <dcterms:modified xsi:type="dcterms:W3CDTF">2026-05-11T15:21:28Z</dcterms:modified>
</cp:coreProperties>
</file>