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10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388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711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727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34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345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552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263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94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3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047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9878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57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2587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642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34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E28DFE7-2816-48D7-8FF1-CCD37AD5106E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1220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0181-B1AB-A48C-6405-56E6CE6415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Welcome</a:t>
            </a:r>
            <a:br>
              <a:rPr lang="en-US" dirty="0"/>
            </a:br>
            <a:r>
              <a:rPr lang="en-US" dirty="0"/>
              <a:t>To</a:t>
            </a:r>
            <a:br>
              <a:rPr lang="en-US" dirty="0"/>
            </a:br>
            <a:r>
              <a:rPr lang="en-US" dirty="0" err="1"/>
              <a:t>CRUDBuilder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D31E8F-67F5-4E2F-FA5C-80394DFD31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team BDS</a:t>
            </a:r>
          </a:p>
        </p:txBody>
      </p:sp>
    </p:spTree>
    <p:extLst>
      <p:ext uri="{BB962C8B-B14F-4D97-AF65-F5344CB8AC3E}">
        <p14:creationId xmlns:p14="http://schemas.microsoft.com/office/powerpoint/2010/main" val="3863957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101010 data lines to infinity">
            <a:extLst>
              <a:ext uri="{FF2B5EF4-FFF2-40B4-BE49-F238E27FC236}">
                <a16:creationId xmlns:a16="http://schemas.microsoft.com/office/drawing/2014/main" id="{8C0F7277-9CA7-8F53-CBB6-F04598F5BBE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alphaModFix amt="25000"/>
          </a:blip>
          <a:srcRect t="1312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B5679-BC60-50BE-19AA-7CECD81A3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609601"/>
            <a:ext cx="8676222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Code Excerpts </a:t>
            </a:r>
          </a:p>
        </p:txBody>
      </p:sp>
    </p:spTree>
    <p:extLst>
      <p:ext uri="{BB962C8B-B14F-4D97-AF65-F5344CB8AC3E}">
        <p14:creationId xmlns:p14="http://schemas.microsoft.com/office/powerpoint/2010/main" val="886079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FE2DB-B607-3FF5-7441-9ECBA531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Snippet #1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7982F2-1A56-B483-C342-F06D168B5063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1DB12F-CCB4-353E-C884-24BCADCCA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675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C9A4A-81EE-6118-119F-3B3605E2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41224-54A9-6659-D047-06350CC13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Snippet #2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11A1A1-9F16-260E-819E-EA30363911F2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7C498D-ECA8-2E4E-36E3-162C4D515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54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86EF-DF93-DCA2-37DA-6E9B6099F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AD468-40E8-8C53-47AC-B92FFBDB6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Snippet #3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2977E4-4181-7AC2-EFED-3DE891661AAB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A53EAB-DC5D-6BB5-704D-0855388C8DF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44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BFB63-5DB0-FA0B-8977-328FCD910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B1366-3CFC-404A-F76D-05D4EDF7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</a:t>
            </a:r>
            <a:r>
              <a:rPr lang="en-US"/>
              <a:t>Snippet #4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5CAB94-8112-ED9D-AC84-CDB3FDE411E9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7685E-3D3A-A644-3719-34F1A4FB377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4335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19</TotalTime>
  <Words>26</Words>
  <Application>Microsoft Office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Century Gothic</vt:lpstr>
      <vt:lpstr>Mesh</vt:lpstr>
      <vt:lpstr>Welcome To CRUDBuilder</vt:lpstr>
      <vt:lpstr>Code Excerpts </vt:lpstr>
      <vt:lpstr>Code Snippet #1</vt:lpstr>
      <vt:lpstr>Code Snippet #2</vt:lpstr>
      <vt:lpstr>Code Snippet #3</vt:lpstr>
      <vt:lpstr>Code Snippet #4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Ace Cook</dc:creator>
  <cp:lastModifiedBy>Ace Cook</cp:lastModifiedBy>
  <cp:revision>1</cp:revision>
  <dcterms:created xsi:type="dcterms:W3CDTF">2026-05-07T22:13:48Z</dcterms:created>
  <dcterms:modified xsi:type="dcterms:W3CDTF">2026-05-07T22:33:02Z</dcterms:modified>
</cp:coreProperties>
</file>